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8oqfABlSrAFQgBHXJhUh/vOY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/>
        </p:nvSpPr>
        <p:spPr>
          <a:xfrm>
            <a:off x="594355" y="1142218"/>
            <a:ext cx="111558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Ruta </a:t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731520" y="2911876"/>
            <a:ext cx="502800" cy="5028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502920" y="3625108"/>
            <a:ext cx="1554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 txBox="1"/>
          <p:nvPr/>
        </p:nvSpPr>
        <p:spPr>
          <a:xfrm>
            <a:off x="594360" y="378055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89" name="Google Shape;89;p10"/>
          <p:cNvSpPr txBox="1"/>
          <p:nvPr/>
        </p:nvSpPr>
        <p:spPr>
          <a:xfrm>
            <a:off x="594360" y="4128028"/>
            <a:ext cx="1371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Reconocer el proyecto</a:t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>
            <a:off x="1298448" y="3167907"/>
            <a:ext cx="822900" cy="0"/>
          </a:xfrm>
          <a:prstGeom prst="straightConnector1">
            <a:avLst/>
          </a:prstGeom>
          <a:noFill/>
          <a:ln cap="flat" cmpd="sng" w="25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1" name="Google Shape;91;p10"/>
          <p:cNvSpPr/>
          <p:nvPr/>
        </p:nvSpPr>
        <p:spPr>
          <a:xfrm>
            <a:off x="2670048" y="2911876"/>
            <a:ext cx="502800" cy="5028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2441448" y="3625108"/>
            <a:ext cx="1554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 txBox="1"/>
          <p:nvPr/>
        </p:nvSpPr>
        <p:spPr>
          <a:xfrm>
            <a:off x="2532888" y="378055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94" name="Google Shape;94;p10"/>
          <p:cNvSpPr txBox="1"/>
          <p:nvPr/>
        </p:nvSpPr>
        <p:spPr>
          <a:xfrm>
            <a:off x="2532888" y="4128028"/>
            <a:ext cx="1371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Conectar o crear tablas</a:t>
            </a:r>
            <a:endParaRPr/>
          </a:p>
        </p:txBody>
      </p:sp>
      <p:cxnSp>
        <p:nvCxnSpPr>
          <p:cNvPr id="95" name="Google Shape;95;p10"/>
          <p:cNvCxnSpPr/>
          <p:nvPr/>
        </p:nvCxnSpPr>
        <p:spPr>
          <a:xfrm>
            <a:off x="3236976" y="3167907"/>
            <a:ext cx="822900" cy="0"/>
          </a:xfrm>
          <a:prstGeom prst="straightConnector1">
            <a:avLst/>
          </a:prstGeom>
          <a:noFill/>
          <a:ln cap="flat" cmpd="sng" w="25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6" name="Google Shape;96;p10"/>
          <p:cNvSpPr/>
          <p:nvPr/>
        </p:nvSpPr>
        <p:spPr>
          <a:xfrm>
            <a:off x="4608576" y="2911876"/>
            <a:ext cx="502800" cy="5028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4379976" y="3625108"/>
            <a:ext cx="1554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4471416" y="378055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99" name="Google Shape;99;p10"/>
          <p:cNvSpPr txBox="1"/>
          <p:nvPr/>
        </p:nvSpPr>
        <p:spPr>
          <a:xfrm>
            <a:off x="4471416" y="4128028"/>
            <a:ext cx="1371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Crear pantallas</a:t>
            </a:r>
            <a:endParaRPr/>
          </a:p>
        </p:txBody>
      </p:sp>
      <p:cxnSp>
        <p:nvCxnSpPr>
          <p:cNvPr id="100" name="Google Shape;100;p10"/>
          <p:cNvCxnSpPr/>
          <p:nvPr/>
        </p:nvCxnSpPr>
        <p:spPr>
          <a:xfrm>
            <a:off x="5175504" y="3167907"/>
            <a:ext cx="822900" cy="0"/>
          </a:xfrm>
          <a:prstGeom prst="straightConnector1">
            <a:avLst/>
          </a:prstGeom>
          <a:noFill/>
          <a:ln cap="flat" cmpd="sng" w="25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1" name="Google Shape;101;p10"/>
          <p:cNvSpPr/>
          <p:nvPr/>
        </p:nvSpPr>
        <p:spPr>
          <a:xfrm>
            <a:off x="6547104" y="2911876"/>
            <a:ext cx="502800" cy="5028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6318504" y="3625108"/>
            <a:ext cx="1554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6409944" y="378055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104" name="Google Shape;104;p10"/>
          <p:cNvSpPr txBox="1"/>
          <p:nvPr/>
        </p:nvSpPr>
        <p:spPr>
          <a:xfrm>
            <a:off x="6409944" y="4128028"/>
            <a:ext cx="1371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Agregar acciones</a:t>
            </a:r>
            <a:endParaRPr/>
          </a:p>
        </p:txBody>
      </p:sp>
      <p:cxnSp>
        <p:nvCxnSpPr>
          <p:cNvPr id="105" name="Google Shape;105;p10"/>
          <p:cNvCxnSpPr/>
          <p:nvPr/>
        </p:nvCxnSpPr>
        <p:spPr>
          <a:xfrm>
            <a:off x="7114032" y="3167907"/>
            <a:ext cx="822900" cy="0"/>
          </a:xfrm>
          <a:prstGeom prst="straightConnector1">
            <a:avLst/>
          </a:prstGeom>
          <a:noFill/>
          <a:ln cap="flat" cmpd="sng" w="25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6" name="Google Shape;106;p10"/>
          <p:cNvSpPr/>
          <p:nvPr/>
        </p:nvSpPr>
        <p:spPr>
          <a:xfrm>
            <a:off x="8485632" y="2911876"/>
            <a:ext cx="502800" cy="5028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8257032" y="3625108"/>
            <a:ext cx="1554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 txBox="1"/>
          <p:nvPr/>
        </p:nvSpPr>
        <p:spPr>
          <a:xfrm>
            <a:off x="8348472" y="378055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109" name="Google Shape;109;p10"/>
          <p:cNvSpPr txBox="1"/>
          <p:nvPr/>
        </p:nvSpPr>
        <p:spPr>
          <a:xfrm>
            <a:off x="8348472" y="4128028"/>
            <a:ext cx="1371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Automatizar procesos</a:t>
            </a:r>
            <a:endParaRPr/>
          </a:p>
        </p:txBody>
      </p:sp>
      <p:cxnSp>
        <p:nvCxnSpPr>
          <p:cNvPr id="110" name="Google Shape;110;p10"/>
          <p:cNvCxnSpPr/>
          <p:nvPr/>
        </p:nvCxnSpPr>
        <p:spPr>
          <a:xfrm>
            <a:off x="9052560" y="3167907"/>
            <a:ext cx="822900" cy="0"/>
          </a:xfrm>
          <a:prstGeom prst="straightConnector1">
            <a:avLst/>
          </a:prstGeom>
          <a:noFill/>
          <a:ln cap="flat" cmpd="sng" w="25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1" name="Google Shape;111;p10"/>
          <p:cNvSpPr/>
          <p:nvPr/>
        </p:nvSpPr>
        <p:spPr>
          <a:xfrm>
            <a:off x="10424160" y="2911876"/>
            <a:ext cx="502800" cy="5028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10195560" y="3625108"/>
            <a:ext cx="1554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10287000" y="378055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114" name="Google Shape;114;p10"/>
          <p:cNvSpPr txBox="1"/>
          <p:nvPr/>
        </p:nvSpPr>
        <p:spPr>
          <a:xfrm>
            <a:off x="10287000" y="4128028"/>
            <a:ext cx="1371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Proteger acceso</a:t>
            </a:r>
            <a:endParaRPr/>
          </a:p>
        </p:txBody>
      </p:sp>
      <p:cxnSp>
        <p:nvCxnSpPr>
          <p:cNvPr id="115" name="Google Shape;115;p10"/>
          <p:cNvCxnSpPr/>
          <p:nvPr/>
        </p:nvCxnSpPr>
        <p:spPr>
          <a:xfrm>
            <a:off x="10991088" y="3167907"/>
            <a:ext cx="822900" cy="0"/>
          </a:xfrm>
          <a:prstGeom prst="straightConnector1">
            <a:avLst/>
          </a:prstGeom>
          <a:noFill/>
          <a:ln cap="flat" cmpd="sng" w="25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6" name="Google Shape;116;p10"/>
          <p:cNvSpPr/>
          <p:nvPr/>
        </p:nvSpPr>
        <p:spPr>
          <a:xfrm>
            <a:off x="12362688" y="2911876"/>
            <a:ext cx="502800" cy="5028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12134088" y="3625108"/>
            <a:ext cx="1554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 txBox="1"/>
          <p:nvPr/>
        </p:nvSpPr>
        <p:spPr>
          <a:xfrm>
            <a:off x="12225528" y="378055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119" name="Google Shape;119;p10"/>
          <p:cNvSpPr txBox="1"/>
          <p:nvPr/>
        </p:nvSpPr>
        <p:spPr>
          <a:xfrm>
            <a:off x="12225528" y="4128028"/>
            <a:ext cx="1371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Compartir y publicar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/>
        </p:nvSpPr>
        <p:spPr>
          <a:xfrm>
            <a:off x="411480" y="201168"/>
            <a:ext cx="111558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071F54"/>
                </a:solidFill>
              </a:rPr>
              <a:t>E</a:t>
            </a: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ntorno de AppSheet</a:t>
            </a: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594360" y="1814152"/>
            <a:ext cx="8046600" cy="539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493847" y="1791939"/>
            <a:ext cx="8046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822960" y="1951311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129" name="Google Shape;129;p1"/>
          <p:cNvSpPr txBox="1"/>
          <p:nvPr/>
        </p:nvSpPr>
        <p:spPr>
          <a:xfrm>
            <a:off x="2011680" y="1951311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130" name="Google Shape;130;p1"/>
          <p:cNvSpPr/>
          <p:nvPr/>
        </p:nvSpPr>
        <p:spPr>
          <a:xfrm>
            <a:off x="6400800" y="197874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6720840" y="197874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040880" y="197874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360920" y="1978744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863840" y="1923879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7927848" y="1987888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136" name="Google Shape;136;p1"/>
          <p:cNvSpPr/>
          <p:nvPr/>
        </p:nvSpPr>
        <p:spPr>
          <a:xfrm>
            <a:off x="594360" y="2344503"/>
            <a:ext cx="1600200" cy="48645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822960" y="2664544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115568" y="2637112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822960" y="3103456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140" name="Google Shape;140;p1"/>
          <p:cNvSpPr txBox="1"/>
          <p:nvPr/>
        </p:nvSpPr>
        <p:spPr>
          <a:xfrm>
            <a:off x="1115568" y="307602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141" name="Google Shape;141;p1"/>
          <p:cNvSpPr/>
          <p:nvPr/>
        </p:nvSpPr>
        <p:spPr>
          <a:xfrm>
            <a:off x="768096" y="3487504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22960" y="3542368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143" name="Google Shape;143;p1"/>
          <p:cNvSpPr txBox="1"/>
          <p:nvPr/>
        </p:nvSpPr>
        <p:spPr>
          <a:xfrm>
            <a:off x="1115568" y="351493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44" name="Google Shape;144;p1"/>
          <p:cNvSpPr txBox="1"/>
          <p:nvPr/>
        </p:nvSpPr>
        <p:spPr>
          <a:xfrm>
            <a:off x="822960" y="3981280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145" name="Google Shape;145;p1"/>
          <p:cNvSpPr txBox="1"/>
          <p:nvPr/>
        </p:nvSpPr>
        <p:spPr>
          <a:xfrm>
            <a:off x="1115568" y="3953848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146" name="Google Shape;146;p1"/>
          <p:cNvSpPr txBox="1"/>
          <p:nvPr/>
        </p:nvSpPr>
        <p:spPr>
          <a:xfrm>
            <a:off x="822960" y="4420192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147" name="Google Shape;147;p1"/>
          <p:cNvSpPr txBox="1"/>
          <p:nvPr/>
        </p:nvSpPr>
        <p:spPr>
          <a:xfrm>
            <a:off x="1115568" y="439275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822960" y="4859104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115568" y="4831672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822960" y="5298016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1115568" y="527058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822960" y="5736928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153" name="Google Shape;153;p1"/>
          <p:cNvSpPr txBox="1"/>
          <p:nvPr/>
        </p:nvSpPr>
        <p:spPr>
          <a:xfrm>
            <a:off x="1115568" y="570949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154" name="Google Shape;154;p1"/>
          <p:cNvSpPr txBox="1"/>
          <p:nvPr/>
        </p:nvSpPr>
        <p:spPr>
          <a:xfrm>
            <a:off x="237744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endParaRPr/>
          </a:p>
        </p:txBody>
      </p:sp>
      <p:sp>
        <p:nvSpPr>
          <p:cNvPr id="155" name="Google Shape;155;p1"/>
          <p:cNvSpPr txBox="1"/>
          <p:nvPr/>
        </p:nvSpPr>
        <p:spPr>
          <a:xfrm>
            <a:off x="338328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Brand</a:t>
            </a:r>
            <a:endParaRPr/>
          </a:p>
        </p:txBody>
      </p:sp>
      <p:sp>
        <p:nvSpPr>
          <p:cNvPr id="156" name="Google Shape;156;p1"/>
          <p:cNvSpPr txBox="1"/>
          <p:nvPr/>
        </p:nvSpPr>
        <p:spPr>
          <a:xfrm>
            <a:off x="438912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Format Rules</a:t>
            </a:r>
            <a:endParaRPr/>
          </a:p>
        </p:txBody>
      </p:sp>
      <p:sp>
        <p:nvSpPr>
          <p:cNvPr id="157" name="Google Shape;157;p1"/>
          <p:cNvSpPr txBox="1"/>
          <p:nvPr/>
        </p:nvSpPr>
        <p:spPr>
          <a:xfrm>
            <a:off x="539496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Options</a:t>
            </a:r>
            <a:endParaRPr/>
          </a:p>
        </p:txBody>
      </p:sp>
      <p:sp>
        <p:nvSpPr>
          <p:cNvPr id="158" name="Google Shape;158;p1"/>
          <p:cNvSpPr txBox="1"/>
          <p:nvPr/>
        </p:nvSpPr>
        <p:spPr>
          <a:xfrm>
            <a:off x="640080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Localize</a:t>
            </a:r>
            <a:endParaRPr/>
          </a:p>
        </p:txBody>
      </p:sp>
      <p:sp>
        <p:nvSpPr>
          <p:cNvPr id="159" name="Google Shape;159;p1"/>
          <p:cNvSpPr txBox="1"/>
          <p:nvPr/>
        </p:nvSpPr>
        <p:spPr>
          <a:xfrm>
            <a:off x="2377440" y="2975440"/>
            <a:ext cx="2469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Student Form</a:t>
            </a:r>
            <a:endParaRPr/>
          </a:p>
        </p:txBody>
      </p:sp>
      <p:sp>
        <p:nvSpPr>
          <p:cNvPr id="160" name="Google Shape;160;p1"/>
          <p:cNvSpPr/>
          <p:nvPr/>
        </p:nvSpPr>
        <p:spPr>
          <a:xfrm>
            <a:off x="237744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2423160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Form</a:t>
            </a:r>
            <a:endParaRPr/>
          </a:p>
        </p:txBody>
      </p:sp>
      <p:sp>
        <p:nvSpPr>
          <p:cNvPr id="162" name="Google Shape;162;p1"/>
          <p:cNvSpPr/>
          <p:nvPr/>
        </p:nvSpPr>
        <p:spPr>
          <a:xfrm>
            <a:off x="315468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3200400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393192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3977639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Deck</a:t>
            </a:r>
            <a:endParaRPr/>
          </a:p>
        </p:txBody>
      </p:sp>
      <p:sp>
        <p:nvSpPr>
          <p:cNvPr id="166" name="Google Shape;166;p1"/>
          <p:cNvSpPr/>
          <p:nvPr/>
        </p:nvSpPr>
        <p:spPr>
          <a:xfrm>
            <a:off x="470916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4754880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/>
          </a:p>
        </p:txBody>
      </p:sp>
      <p:sp>
        <p:nvSpPr>
          <p:cNvPr id="168" name="Google Shape;168;p1"/>
          <p:cNvSpPr/>
          <p:nvPr/>
        </p:nvSpPr>
        <p:spPr>
          <a:xfrm>
            <a:off x="548640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5532120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Gallery</a:t>
            </a:r>
            <a:endParaRPr/>
          </a:p>
        </p:txBody>
      </p:sp>
      <p:sp>
        <p:nvSpPr>
          <p:cNvPr id="170" name="Google Shape;170;p1"/>
          <p:cNvSpPr/>
          <p:nvPr/>
        </p:nvSpPr>
        <p:spPr>
          <a:xfrm>
            <a:off x="626364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6309359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</p:txBody>
      </p:sp>
      <p:sp>
        <p:nvSpPr>
          <p:cNvPr id="172" name="Google Shape;172;p1"/>
          <p:cNvSpPr/>
          <p:nvPr/>
        </p:nvSpPr>
        <p:spPr>
          <a:xfrm>
            <a:off x="7040879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086599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  <a:endParaRPr/>
          </a:p>
        </p:txBody>
      </p:sp>
      <p:sp>
        <p:nvSpPr>
          <p:cNvPr id="174" name="Google Shape;174;p1"/>
          <p:cNvSpPr/>
          <p:nvPr/>
        </p:nvSpPr>
        <p:spPr>
          <a:xfrm>
            <a:off x="2377440" y="4164159"/>
            <a:ext cx="42978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514600" y="4273888"/>
            <a:ext cx="3657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View name: Student Form</a:t>
            </a:r>
            <a:endParaRPr/>
          </a:p>
        </p:txBody>
      </p:sp>
      <p:sp>
        <p:nvSpPr>
          <p:cNvPr id="176" name="Google Shape;176;p1"/>
          <p:cNvSpPr/>
          <p:nvPr/>
        </p:nvSpPr>
        <p:spPr>
          <a:xfrm>
            <a:off x="2377440" y="4712800"/>
            <a:ext cx="4297800" cy="13716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2514600" y="4849960"/>
            <a:ext cx="38406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Opciones de vista: Columns / Display / Actions / Advanced</a:t>
            </a:r>
            <a:endParaRPr/>
          </a:p>
        </p:txBody>
      </p:sp>
      <p:sp>
        <p:nvSpPr>
          <p:cNvPr id="178" name="Google Shape;178;p1"/>
          <p:cNvSpPr txBox="1"/>
          <p:nvPr/>
        </p:nvSpPr>
        <p:spPr>
          <a:xfrm>
            <a:off x="2514600" y="5215720"/>
            <a:ext cx="3749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Aqui eliges que pantalla ve el usuario y como navega por la app.</a:t>
            </a:r>
            <a:endParaRPr/>
          </a:p>
        </p:txBody>
      </p:sp>
      <p:sp>
        <p:nvSpPr>
          <p:cNvPr id="179" name="Google Shape;179;p1"/>
          <p:cNvSpPr/>
          <p:nvPr/>
        </p:nvSpPr>
        <p:spPr>
          <a:xfrm>
            <a:off x="6995160" y="3066880"/>
            <a:ext cx="1188600" cy="310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7150608" y="3313768"/>
            <a:ext cx="8688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Add Student</a:t>
            </a:r>
            <a:endParaRPr/>
          </a:p>
        </p:txBody>
      </p:sp>
      <p:sp>
        <p:nvSpPr>
          <p:cNvPr id="181" name="Google Shape;181;p1"/>
          <p:cNvSpPr/>
          <p:nvPr/>
        </p:nvSpPr>
        <p:spPr>
          <a:xfrm>
            <a:off x="7159752" y="3588088"/>
            <a:ext cx="822900" cy="20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7178040" y="3460072"/>
            <a:ext cx="7314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</p:txBody>
      </p:sp>
      <p:sp>
        <p:nvSpPr>
          <p:cNvPr id="183" name="Google Shape;183;p1"/>
          <p:cNvSpPr/>
          <p:nvPr/>
        </p:nvSpPr>
        <p:spPr>
          <a:xfrm>
            <a:off x="7159752" y="4091008"/>
            <a:ext cx="822900" cy="20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 txBox="1"/>
          <p:nvPr/>
        </p:nvSpPr>
        <p:spPr>
          <a:xfrm>
            <a:off x="7178040" y="3962992"/>
            <a:ext cx="7314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endParaRPr/>
          </a:p>
        </p:txBody>
      </p:sp>
      <p:sp>
        <p:nvSpPr>
          <p:cNvPr id="185" name="Google Shape;185;p1"/>
          <p:cNvSpPr/>
          <p:nvPr/>
        </p:nvSpPr>
        <p:spPr>
          <a:xfrm>
            <a:off x="7159752" y="4593928"/>
            <a:ext cx="822900" cy="20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"/>
          <p:cNvSpPr txBox="1"/>
          <p:nvPr/>
        </p:nvSpPr>
        <p:spPr>
          <a:xfrm>
            <a:off x="7178040" y="4465911"/>
            <a:ext cx="7314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  <p:sp>
        <p:nvSpPr>
          <p:cNvPr id="187" name="Google Shape;187;p1"/>
          <p:cNvSpPr/>
          <p:nvPr/>
        </p:nvSpPr>
        <p:spPr>
          <a:xfrm>
            <a:off x="7159752" y="5096848"/>
            <a:ext cx="822900" cy="20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7178040" y="4968832"/>
            <a:ext cx="7314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Notes</a:t>
            </a:r>
            <a:endParaRPr/>
          </a:p>
        </p:txBody>
      </p:sp>
      <p:sp>
        <p:nvSpPr>
          <p:cNvPr id="189" name="Google Shape;189;p1"/>
          <p:cNvSpPr/>
          <p:nvPr/>
        </p:nvSpPr>
        <p:spPr>
          <a:xfrm>
            <a:off x="7114185" y="1411861"/>
            <a:ext cx="347400" cy="3474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0" name="Google Shape;190;p1"/>
          <p:cNvSpPr/>
          <p:nvPr/>
        </p:nvSpPr>
        <p:spPr>
          <a:xfrm>
            <a:off x="2416057" y="1506629"/>
            <a:ext cx="347400" cy="3474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1" name="Google Shape;191;p1"/>
          <p:cNvSpPr/>
          <p:nvPr/>
        </p:nvSpPr>
        <p:spPr>
          <a:xfrm>
            <a:off x="594360" y="2166199"/>
            <a:ext cx="347400" cy="3474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2" name="Google Shape;192;p1"/>
          <p:cNvSpPr/>
          <p:nvPr/>
        </p:nvSpPr>
        <p:spPr>
          <a:xfrm>
            <a:off x="4343400" y="3048592"/>
            <a:ext cx="347400" cy="347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93" name="Google Shape;193;p1"/>
          <p:cNvSpPr/>
          <p:nvPr/>
        </p:nvSpPr>
        <p:spPr>
          <a:xfrm>
            <a:off x="1988770" y="2485755"/>
            <a:ext cx="347400" cy="347400"/>
          </a:xfrm>
          <a:prstGeom prst="ellips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94" name="Google Shape;194;p1"/>
          <p:cNvSpPr/>
          <p:nvPr/>
        </p:nvSpPr>
        <p:spPr>
          <a:xfrm>
            <a:off x="7461500" y="2520874"/>
            <a:ext cx="347400" cy="347400"/>
          </a:xfrm>
          <a:prstGeom prst="ellipse">
            <a:avLst/>
          </a:prstGeom>
          <a:solidFill>
            <a:srgbClr val="D32F2F"/>
          </a:solidFill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95" name="Google Shape;195;p1"/>
          <p:cNvSpPr/>
          <p:nvPr/>
        </p:nvSpPr>
        <p:spPr>
          <a:xfrm>
            <a:off x="8099798" y="1422362"/>
            <a:ext cx="347400" cy="3474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96" name="Google Shape;196;p1"/>
          <p:cNvSpPr/>
          <p:nvPr/>
        </p:nvSpPr>
        <p:spPr>
          <a:xfrm>
            <a:off x="8961120" y="1695280"/>
            <a:ext cx="5074800" cy="6585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 txBox="1"/>
          <p:nvPr/>
        </p:nvSpPr>
        <p:spPr>
          <a:xfrm>
            <a:off x="9189720" y="1786720"/>
            <a:ext cx="192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1. Barra superior</a:t>
            </a:r>
            <a:endParaRPr/>
          </a:p>
        </p:txBody>
      </p:sp>
      <p:sp>
        <p:nvSpPr>
          <p:cNvPr id="198" name="Google Shape;198;p1"/>
          <p:cNvSpPr txBox="1"/>
          <p:nvPr/>
        </p:nvSpPr>
        <p:spPr>
          <a:xfrm>
            <a:off x="11064240" y="1786720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Guardar, deshacer, compartir y revisar alertas.</a:t>
            </a:r>
            <a:endParaRPr/>
          </a:p>
        </p:txBody>
      </p:sp>
      <p:sp>
        <p:nvSpPr>
          <p:cNvPr id="199" name="Google Shape;199;p1"/>
          <p:cNvSpPr/>
          <p:nvPr/>
        </p:nvSpPr>
        <p:spPr>
          <a:xfrm>
            <a:off x="8961120" y="2408512"/>
            <a:ext cx="5074800" cy="6585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 txBox="1"/>
          <p:nvPr/>
        </p:nvSpPr>
        <p:spPr>
          <a:xfrm>
            <a:off x="9189720" y="2499952"/>
            <a:ext cx="192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2. Nombre de la app</a:t>
            </a:r>
            <a:endParaRPr/>
          </a:p>
        </p:txBody>
      </p:sp>
      <p:sp>
        <p:nvSpPr>
          <p:cNvPr id="201" name="Google Shape;201;p1"/>
          <p:cNvSpPr txBox="1"/>
          <p:nvPr/>
        </p:nvSpPr>
        <p:spPr>
          <a:xfrm>
            <a:off x="11064240" y="2499952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Identifica el proyecto abierto.</a:t>
            </a:r>
            <a:endParaRPr/>
          </a:p>
        </p:txBody>
      </p:sp>
      <p:sp>
        <p:nvSpPr>
          <p:cNvPr id="202" name="Google Shape;202;p1"/>
          <p:cNvSpPr/>
          <p:nvPr/>
        </p:nvSpPr>
        <p:spPr>
          <a:xfrm>
            <a:off x="8961120" y="3121744"/>
            <a:ext cx="5074800" cy="6585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"/>
          <p:cNvSpPr txBox="1"/>
          <p:nvPr/>
        </p:nvSpPr>
        <p:spPr>
          <a:xfrm>
            <a:off x="9189720" y="3213184"/>
            <a:ext cx="192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3. Menu lateral</a:t>
            </a:r>
            <a:endParaRPr/>
          </a:p>
        </p:txBody>
      </p:sp>
      <p:sp>
        <p:nvSpPr>
          <p:cNvPr id="204" name="Google Shape;204;p1"/>
          <p:cNvSpPr txBox="1"/>
          <p:nvPr/>
        </p:nvSpPr>
        <p:spPr>
          <a:xfrm>
            <a:off x="11064240" y="3213184"/>
            <a:ext cx="2743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Entrada a Home, Data, UX, Behavior, Automation, Security, Intelligence y Manage.</a:t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8961120" y="3834976"/>
            <a:ext cx="5074800" cy="6585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"/>
          <p:cNvSpPr txBox="1"/>
          <p:nvPr/>
        </p:nvSpPr>
        <p:spPr>
          <a:xfrm>
            <a:off x="9189720" y="3926416"/>
            <a:ext cx="192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4. Area de trabajo</a:t>
            </a:r>
            <a:endParaRPr/>
          </a:p>
        </p:txBody>
      </p:sp>
      <p:sp>
        <p:nvSpPr>
          <p:cNvPr id="207" name="Google Shape;207;p1"/>
          <p:cNvSpPr txBox="1"/>
          <p:nvPr/>
        </p:nvSpPr>
        <p:spPr>
          <a:xfrm>
            <a:off x="11064240" y="3926416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Aqui se configura la opcion seleccionada.</a:t>
            </a:r>
            <a:endParaRPr/>
          </a:p>
        </p:txBody>
      </p:sp>
      <p:sp>
        <p:nvSpPr>
          <p:cNvPr id="208" name="Google Shape;208;p1"/>
          <p:cNvSpPr/>
          <p:nvPr/>
        </p:nvSpPr>
        <p:spPr>
          <a:xfrm>
            <a:off x="8961120" y="4548208"/>
            <a:ext cx="5074800" cy="6585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"/>
          <p:cNvSpPr txBox="1"/>
          <p:nvPr/>
        </p:nvSpPr>
        <p:spPr>
          <a:xfrm>
            <a:off x="9189720" y="4639648"/>
            <a:ext cx="192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5. Pestanas internas</a:t>
            </a:r>
            <a:endParaRPr/>
          </a:p>
        </p:txBody>
      </p:sp>
      <p:sp>
        <p:nvSpPr>
          <p:cNvPr id="210" name="Google Shape;210;p1"/>
          <p:cNvSpPr txBox="1"/>
          <p:nvPr/>
        </p:nvSpPr>
        <p:spPr>
          <a:xfrm>
            <a:off x="11064240" y="4639648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Cambian segun la seccion abierta.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8961120" y="5261440"/>
            <a:ext cx="5074800" cy="6585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"/>
          <p:cNvSpPr txBox="1"/>
          <p:nvPr/>
        </p:nvSpPr>
        <p:spPr>
          <a:xfrm>
            <a:off x="9189720" y="5352880"/>
            <a:ext cx="192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6. Vista previa</a:t>
            </a:r>
            <a:endParaRPr/>
          </a:p>
        </p:txBody>
      </p:sp>
      <p:sp>
        <p:nvSpPr>
          <p:cNvPr id="213" name="Google Shape;213;p1"/>
          <p:cNvSpPr txBox="1"/>
          <p:nvPr/>
        </p:nvSpPr>
        <p:spPr>
          <a:xfrm>
            <a:off x="11064240" y="5352880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Muestra como vera la app el usuario.</a:t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8961120" y="5974672"/>
            <a:ext cx="5074800" cy="6585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9189720" y="6066112"/>
            <a:ext cx="192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7. Save</a:t>
            </a:r>
            <a:endParaRPr/>
          </a:p>
        </p:txBody>
      </p:sp>
      <p:sp>
        <p:nvSpPr>
          <p:cNvPr id="216" name="Google Shape;216;p1"/>
          <p:cNvSpPr txBox="1"/>
          <p:nvPr/>
        </p:nvSpPr>
        <p:spPr>
          <a:xfrm>
            <a:off x="11064240" y="6066112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Guarda los cambios realizados.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Home en AppSheet</a:t>
            </a:r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438912" y="74980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Pantalla de inicio del editor</a:t>
            </a:r>
            <a:endParaRPr/>
          </a:p>
        </p:txBody>
      </p:sp>
      <p:sp>
        <p:nvSpPr>
          <p:cNvPr id="223" name="Google Shape;223;p2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594360" y="1796397"/>
            <a:ext cx="86868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"/>
          <p:cNvSpPr/>
          <p:nvPr/>
        </p:nvSpPr>
        <p:spPr>
          <a:xfrm>
            <a:off x="594360" y="1796397"/>
            <a:ext cx="8686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"/>
          <p:cNvSpPr txBox="1"/>
          <p:nvPr/>
        </p:nvSpPr>
        <p:spPr>
          <a:xfrm>
            <a:off x="822960" y="1933556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227" name="Google Shape;227;p2"/>
          <p:cNvSpPr txBox="1"/>
          <p:nvPr/>
        </p:nvSpPr>
        <p:spPr>
          <a:xfrm>
            <a:off x="2011680" y="1933556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228" name="Google Shape;228;p2"/>
          <p:cNvSpPr/>
          <p:nvPr/>
        </p:nvSpPr>
        <p:spPr>
          <a:xfrm>
            <a:off x="7040880" y="1960989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7360920" y="1960989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"/>
          <p:cNvSpPr/>
          <p:nvPr/>
        </p:nvSpPr>
        <p:spPr>
          <a:xfrm>
            <a:off x="7680960" y="1960989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"/>
          <p:cNvSpPr/>
          <p:nvPr/>
        </p:nvSpPr>
        <p:spPr>
          <a:xfrm>
            <a:off x="8001000" y="1960989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8503920" y="1906124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"/>
          <p:cNvSpPr txBox="1"/>
          <p:nvPr/>
        </p:nvSpPr>
        <p:spPr>
          <a:xfrm>
            <a:off x="8567928" y="1970133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234" name="Google Shape;234;p2"/>
          <p:cNvSpPr/>
          <p:nvPr/>
        </p:nvSpPr>
        <p:spPr>
          <a:xfrm>
            <a:off x="594360" y="2326748"/>
            <a:ext cx="1600200" cy="49104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768096" y="2591925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"/>
          <p:cNvSpPr txBox="1"/>
          <p:nvPr/>
        </p:nvSpPr>
        <p:spPr>
          <a:xfrm>
            <a:off x="822960" y="2646789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237" name="Google Shape;237;p2"/>
          <p:cNvSpPr txBox="1"/>
          <p:nvPr/>
        </p:nvSpPr>
        <p:spPr>
          <a:xfrm>
            <a:off x="1115568" y="261935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238" name="Google Shape;238;p2"/>
          <p:cNvSpPr txBox="1"/>
          <p:nvPr/>
        </p:nvSpPr>
        <p:spPr>
          <a:xfrm>
            <a:off x="822960" y="3085701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239" name="Google Shape;239;p2"/>
          <p:cNvSpPr txBox="1"/>
          <p:nvPr/>
        </p:nvSpPr>
        <p:spPr>
          <a:xfrm>
            <a:off x="1115568" y="305826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40" name="Google Shape;240;p2"/>
          <p:cNvSpPr txBox="1"/>
          <p:nvPr/>
        </p:nvSpPr>
        <p:spPr>
          <a:xfrm>
            <a:off x="822960" y="3524613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241" name="Google Shape;241;p2"/>
          <p:cNvSpPr txBox="1"/>
          <p:nvPr/>
        </p:nvSpPr>
        <p:spPr>
          <a:xfrm>
            <a:off x="1115568" y="3497181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242" name="Google Shape;242;p2"/>
          <p:cNvSpPr txBox="1"/>
          <p:nvPr/>
        </p:nvSpPr>
        <p:spPr>
          <a:xfrm>
            <a:off x="822960" y="3963525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243" name="Google Shape;243;p2"/>
          <p:cNvSpPr txBox="1"/>
          <p:nvPr/>
        </p:nvSpPr>
        <p:spPr>
          <a:xfrm>
            <a:off x="1115568" y="3936093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244" name="Google Shape;244;p2"/>
          <p:cNvSpPr txBox="1"/>
          <p:nvPr/>
        </p:nvSpPr>
        <p:spPr>
          <a:xfrm>
            <a:off x="822960" y="4402437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245" name="Google Shape;245;p2"/>
          <p:cNvSpPr txBox="1"/>
          <p:nvPr/>
        </p:nvSpPr>
        <p:spPr>
          <a:xfrm>
            <a:off x="1115568" y="437500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246" name="Google Shape;246;p2"/>
          <p:cNvSpPr txBox="1"/>
          <p:nvPr/>
        </p:nvSpPr>
        <p:spPr>
          <a:xfrm>
            <a:off x="822960" y="4841349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247" name="Google Shape;247;p2"/>
          <p:cNvSpPr txBox="1"/>
          <p:nvPr/>
        </p:nvSpPr>
        <p:spPr>
          <a:xfrm>
            <a:off x="1115568" y="481391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248" name="Google Shape;248;p2"/>
          <p:cNvSpPr txBox="1"/>
          <p:nvPr/>
        </p:nvSpPr>
        <p:spPr>
          <a:xfrm>
            <a:off x="822960" y="5280261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249" name="Google Shape;249;p2"/>
          <p:cNvSpPr txBox="1"/>
          <p:nvPr/>
        </p:nvSpPr>
        <p:spPr>
          <a:xfrm>
            <a:off x="1115568" y="525282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250" name="Google Shape;250;p2"/>
          <p:cNvSpPr txBox="1"/>
          <p:nvPr/>
        </p:nvSpPr>
        <p:spPr>
          <a:xfrm>
            <a:off x="822960" y="5719173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251" name="Google Shape;251;p2"/>
          <p:cNvSpPr txBox="1"/>
          <p:nvPr/>
        </p:nvSpPr>
        <p:spPr>
          <a:xfrm>
            <a:off x="1115568" y="5691741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252" name="Google Shape;252;p2"/>
          <p:cNvSpPr txBox="1"/>
          <p:nvPr/>
        </p:nvSpPr>
        <p:spPr>
          <a:xfrm>
            <a:off x="2377440" y="2546205"/>
            <a:ext cx="3657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Welcome to your app</a:t>
            </a:r>
            <a:endParaRPr/>
          </a:p>
        </p:txBody>
      </p:sp>
      <p:sp>
        <p:nvSpPr>
          <p:cNvPr id="253" name="Google Shape;253;p2"/>
          <p:cNvSpPr/>
          <p:nvPr/>
        </p:nvSpPr>
        <p:spPr>
          <a:xfrm>
            <a:off x="2377440" y="3049125"/>
            <a:ext cx="1371600" cy="73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"/>
          <p:cNvSpPr txBox="1"/>
          <p:nvPr/>
        </p:nvSpPr>
        <p:spPr>
          <a:xfrm>
            <a:off x="2505456" y="316799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55" name="Google Shape;255;p2"/>
          <p:cNvSpPr txBox="1"/>
          <p:nvPr/>
        </p:nvSpPr>
        <p:spPr>
          <a:xfrm>
            <a:off x="2523744" y="3442317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3 tablas</a:t>
            </a:r>
            <a:endParaRPr/>
          </a:p>
        </p:txBody>
      </p:sp>
      <p:sp>
        <p:nvSpPr>
          <p:cNvPr id="256" name="Google Shape;256;p2"/>
          <p:cNvSpPr/>
          <p:nvPr/>
        </p:nvSpPr>
        <p:spPr>
          <a:xfrm>
            <a:off x="3977639" y="3049125"/>
            <a:ext cx="1371600" cy="73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"/>
          <p:cNvSpPr txBox="1"/>
          <p:nvPr/>
        </p:nvSpPr>
        <p:spPr>
          <a:xfrm>
            <a:off x="4105655" y="316799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258" name="Google Shape;258;p2"/>
          <p:cNvSpPr txBox="1"/>
          <p:nvPr/>
        </p:nvSpPr>
        <p:spPr>
          <a:xfrm>
            <a:off x="4123944" y="3442317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5 vistas</a:t>
            </a:r>
            <a:endParaRPr/>
          </a:p>
        </p:txBody>
      </p:sp>
      <p:sp>
        <p:nvSpPr>
          <p:cNvPr id="259" name="Google Shape;259;p2"/>
          <p:cNvSpPr/>
          <p:nvPr/>
        </p:nvSpPr>
        <p:spPr>
          <a:xfrm>
            <a:off x="5577840" y="3049125"/>
            <a:ext cx="1371600" cy="73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"/>
          <p:cNvSpPr txBox="1"/>
          <p:nvPr/>
        </p:nvSpPr>
        <p:spPr>
          <a:xfrm>
            <a:off x="5705855" y="316799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261" name="Google Shape;261;p2"/>
          <p:cNvSpPr txBox="1"/>
          <p:nvPr/>
        </p:nvSpPr>
        <p:spPr>
          <a:xfrm>
            <a:off x="5724144" y="3442317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0 bots</a:t>
            </a:r>
            <a:endParaRPr/>
          </a:p>
        </p:txBody>
      </p:sp>
      <p:sp>
        <p:nvSpPr>
          <p:cNvPr id="262" name="Google Shape;262;p2"/>
          <p:cNvSpPr/>
          <p:nvPr/>
        </p:nvSpPr>
        <p:spPr>
          <a:xfrm>
            <a:off x="7178040" y="3049125"/>
            <a:ext cx="1371600" cy="73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"/>
          <p:cNvSpPr txBox="1"/>
          <p:nvPr/>
        </p:nvSpPr>
        <p:spPr>
          <a:xfrm>
            <a:off x="7306055" y="316799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/>
          </a:p>
        </p:txBody>
      </p:sp>
      <p:sp>
        <p:nvSpPr>
          <p:cNvPr id="264" name="Google Shape;264;p2"/>
          <p:cNvSpPr txBox="1"/>
          <p:nvPr/>
        </p:nvSpPr>
        <p:spPr>
          <a:xfrm>
            <a:off x="7324344" y="3442317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1 editor</a:t>
            </a:r>
            <a:endParaRPr/>
          </a:p>
        </p:txBody>
      </p:sp>
      <p:sp>
        <p:nvSpPr>
          <p:cNvPr id="265" name="Google Shape;265;p2"/>
          <p:cNvSpPr/>
          <p:nvPr/>
        </p:nvSpPr>
        <p:spPr>
          <a:xfrm>
            <a:off x="2377440" y="4054965"/>
            <a:ext cx="6400800" cy="9144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015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2560320" y="4173837"/>
            <a:ext cx="2926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Quick actions</a:t>
            </a:r>
            <a:endParaRPr/>
          </a:p>
        </p:txBody>
      </p:sp>
      <p:sp>
        <p:nvSpPr>
          <p:cNvPr id="267" name="Google Shape;267;p2"/>
          <p:cNvSpPr txBox="1"/>
          <p:nvPr/>
        </p:nvSpPr>
        <p:spPr>
          <a:xfrm>
            <a:off x="2560320" y="4493877"/>
            <a:ext cx="5303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Add data   |   Customize views   |   Set up automation   |   Manage users</a:t>
            </a:r>
            <a:endParaRPr/>
          </a:p>
        </p:txBody>
      </p:sp>
      <p:sp>
        <p:nvSpPr>
          <p:cNvPr id="268" name="Google Shape;268;p2"/>
          <p:cNvSpPr/>
          <p:nvPr/>
        </p:nvSpPr>
        <p:spPr>
          <a:xfrm>
            <a:off x="2377440" y="5197965"/>
            <a:ext cx="32919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"/>
          <p:cNvSpPr txBox="1"/>
          <p:nvPr/>
        </p:nvSpPr>
        <p:spPr>
          <a:xfrm>
            <a:off x="2560320" y="5335125"/>
            <a:ext cx="2743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Project checklist</a:t>
            </a:r>
            <a:endParaRPr/>
          </a:p>
        </p:txBody>
      </p:sp>
      <p:sp>
        <p:nvSpPr>
          <p:cNvPr id="270" name="Google Shape;270;p2"/>
          <p:cNvSpPr txBox="1"/>
          <p:nvPr/>
        </p:nvSpPr>
        <p:spPr>
          <a:xfrm>
            <a:off x="2560320" y="5636877"/>
            <a:ext cx="28347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 source added / Views created / Share app</a:t>
            </a:r>
            <a:endParaRPr/>
          </a:p>
        </p:txBody>
      </p:sp>
      <p:sp>
        <p:nvSpPr>
          <p:cNvPr id="271" name="Google Shape;271;p2"/>
          <p:cNvSpPr/>
          <p:nvPr/>
        </p:nvSpPr>
        <p:spPr>
          <a:xfrm>
            <a:off x="9555480" y="1796397"/>
            <a:ext cx="46176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9875520" y="2024997"/>
            <a:ext cx="594300" cy="5943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"/>
          <p:cNvSpPr txBox="1"/>
          <p:nvPr/>
        </p:nvSpPr>
        <p:spPr>
          <a:xfrm>
            <a:off x="10625328" y="2006709"/>
            <a:ext cx="28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274" name="Google Shape;274;p2"/>
          <p:cNvSpPr txBox="1"/>
          <p:nvPr/>
        </p:nvSpPr>
        <p:spPr>
          <a:xfrm>
            <a:off x="10625328" y="2409045"/>
            <a:ext cx="3108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Pantalla de inicio del editor</a:t>
            </a:r>
            <a:endParaRPr/>
          </a:p>
        </p:txBody>
      </p:sp>
      <p:sp>
        <p:nvSpPr>
          <p:cNvPr id="275" name="Google Shape;275;p2"/>
          <p:cNvSpPr/>
          <p:nvPr/>
        </p:nvSpPr>
        <p:spPr>
          <a:xfrm>
            <a:off x="9829800" y="2866245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9976104" y="3030837"/>
            <a:ext cx="384000" cy="3840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7" name="Google Shape;277;p2"/>
          <p:cNvSpPr txBox="1"/>
          <p:nvPr/>
        </p:nvSpPr>
        <p:spPr>
          <a:xfrm>
            <a:off x="10451592" y="2985117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Para que sirve</a:t>
            </a:r>
            <a:endParaRPr/>
          </a:p>
        </p:txBody>
      </p:sp>
      <p:sp>
        <p:nvSpPr>
          <p:cNvPr id="278" name="Google Shape;278;p2"/>
          <p:cNvSpPr txBox="1"/>
          <p:nvPr/>
        </p:nvSpPr>
        <p:spPr>
          <a:xfrm>
            <a:off x="10451592" y="3305157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Resume el estado general de la app y orienta para continuar.</a:t>
            </a:r>
            <a:endParaRPr/>
          </a:p>
        </p:txBody>
      </p:sp>
      <p:sp>
        <p:nvSpPr>
          <p:cNvPr id="279" name="Google Shape;279;p2"/>
          <p:cNvSpPr/>
          <p:nvPr/>
        </p:nvSpPr>
        <p:spPr>
          <a:xfrm>
            <a:off x="9829800" y="4146404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9976104" y="4310996"/>
            <a:ext cx="384000" cy="3840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81" name="Google Shape;281;p2"/>
          <p:cNvSpPr txBox="1"/>
          <p:nvPr/>
        </p:nvSpPr>
        <p:spPr>
          <a:xfrm>
            <a:off x="10451592" y="4265276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Que sale</a:t>
            </a:r>
            <a:endParaRPr/>
          </a:p>
        </p:txBody>
      </p:sp>
      <p:sp>
        <p:nvSpPr>
          <p:cNvPr id="282" name="Google Shape;282;p2"/>
          <p:cNvSpPr txBox="1"/>
          <p:nvPr/>
        </p:nvSpPr>
        <p:spPr>
          <a:xfrm>
            <a:off x="10451592" y="4585317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Tarjetas de avance, acciones rapidas, checklist y sugerencias.</a:t>
            </a:r>
            <a:endParaRPr/>
          </a:p>
        </p:txBody>
      </p:sp>
      <p:sp>
        <p:nvSpPr>
          <p:cNvPr id="283" name="Google Shape;283;p2"/>
          <p:cNvSpPr/>
          <p:nvPr/>
        </p:nvSpPr>
        <p:spPr>
          <a:xfrm>
            <a:off x="9829800" y="5426565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"/>
          <p:cNvSpPr/>
          <p:nvPr/>
        </p:nvSpPr>
        <p:spPr>
          <a:xfrm>
            <a:off x="9976104" y="5591157"/>
            <a:ext cx="384000" cy="3840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5" name="Google Shape;285;p2"/>
          <p:cNvSpPr txBox="1"/>
          <p:nvPr/>
        </p:nvSpPr>
        <p:spPr>
          <a:xfrm>
            <a:off x="10451592" y="5545437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Ejemplo de uso</a:t>
            </a:r>
            <a:endParaRPr/>
          </a:p>
        </p:txBody>
      </p:sp>
      <p:sp>
        <p:nvSpPr>
          <p:cNvPr id="286" name="Google Shape;286;p2"/>
          <p:cNvSpPr txBox="1"/>
          <p:nvPr/>
        </p:nvSpPr>
        <p:spPr>
          <a:xfrm>
            <a:off x="10451592" y="5865477"/>
            <a:ext cx="32004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Verificar datos y vistas antes de seguir editando.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Data en AppSheet</a:t>
            </a:r>
            <a:endParaRPr/>
          </a:p>
        </p:txBody>
      </p:sp>
      <p:sp>
        <p:nvSpPr>
          <p:cNvPr id="292" name="Google Shape;292;p3"/>
          <p:cNvSpPr txBox="1"/>
          <p:nvPr/>
        </p:nvSpPr>
        <p:spPr>
          <a:xfrm>
            <a:off x="438912" y="74980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Gestion de datos de la app</a:t>
            </a:r>
            <a:endParaRPr/>
          </a:p>
        </p:txBody>
      </p:sp>
      <p:sp>
        <p:nvSpPr>
          <p:cNvPr id="293" name="Google Shape;293;p3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"/>
          <p:cNvSpPr/>
          <p:nvPr/>
        </p:nvSpPr>
        <p:spPr>
          <a:xfrm>
            <a:off x="594360" y="1574455"/>
            <a:ext cx="86868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"/>
          <p:cNvSpPr/>
          <p:nvPr/>
        </p:nvSpPr>
        <p:spPr>
          <a:xfrm>
            <a:off x="594360" y="1574455"/>
            <a:ext cx="8686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"/>
          <p:cNvSpPr txBox="1"/>
          <p:nvPr/>
        </p:nvSpPr>
        <p:spPr>
          <a:xfrm>
            <a:off x="822960" y="1711614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297" name="Google Shape;297;p3"/>
          <p:cNvSpPr txBox="1"/>
          <p:nvPr/>
        </p:nvSpPr>
        <p:spPr>
          <a:xfrm>
            <a:off x="2011680" y="1711614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298" name="Google Shape;298;p3"/>
          <p:cNvSpPr/>
          <p:nvPr/>
        </p:nvSpPr>
        <p:spPr>
          <a:xfrm>
            <a:off x="7040880" y="1739047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"/>
          <p:cNvSpPr/>
          <p:nvPr/>
        </p:nvSpPr>
        <p:spPr>
          <a:xfrm>
            <a:off x="7360920" y="1739047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"/>
          <p:cNvSpPr/>
          <p:nvPr/>
        </p:nvSpPr>
        <p:spPr>
          <a:xfrm>
            <a:off x="7680960" y="1739047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"/>
          <p:cNvSpPr/>
          <p:nvPr/>
        </p:nvSpPr>
        <p:spPr>
          <a:xfrm>
            <a:off x="8001000" y="1739047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"/>
          <p:cNvSpPr/>
          <p:nvPr/>
        </p:nvSpPr>
        <p:spPr>
          <a:xfrm>
            <a:off x="8503920" y="1684182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"/>
          <p:cNvSpPr txBox="1"/>
          <p:nvPr/>
        </p:nvSpPr>
        <p:spPr>
          <a:xfrm>
            <a:off x="8567928" y="1748191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304" name="Google Shape;304;p3"/>
          <p:cNvSpPr/>
          <p:nvPr/>
        </p:nvSpPr>
        <p:spPr>
          <a:xfrm>
            <a:off x="594360" y="2104806"/>
            <a:ext cx="1600200" cy="49104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"/>
          <p:cNvSpPr txBox="1"/>
          <p:nvPr/>
        </p:nvSpPr>
        <p:spPr>
          <a:xfrm>
            <a:off x="822960" y="2424847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06" name="Google Shape;306;p3"/>
          <p:cNvSpPr txBox="1"/>
          <p:nvPr/>
        </p:nvSpPr>
        <p:spPr>
          <a:xfrm>
            <a:off x="1115568" y="2397415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307" name="Google Shape;307;p3"/>
          <p:cNvSpPr/>
          <p:nvPr/>
        </p:nvSpPr>
        <p:spPr>
          <a:xfrm>
            <a:off x="768096" y="2808895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"/>
          <p:cNvSpPr txBox="1"/>
          <p:nvPr/>
        </p:nvSpPr>
        <p:spPr>
          <a:xfrm>
            <a:off x="822960" y="2863759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09" name="Google Shape;309;p3"/>
          <p:cNvSpPr txBox="1"/>
          <p:nvPr/>
        </p:nvSpPr>
        <p:spPr>
          <a:xfrm>
            <a:off x="1115568" y="283632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310" name="Google Shape;310;p3"/>
          <p:cNvSpPr txBox="1"/>
          <p:nvPr/>
        </p:nvSpPr>
        <p:spPr>
          <a:xfrm>
            <a:off x="822960" y="3302671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11" name="Google Shape;311;p3"/>
          <p:cNvSpPr txBox="1"/>
          <p:nvPr/>
        </p:nvSpPr>
        <p:spPr>
          <a:xfrm>
            <a:off x="1115568" y="327523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312" name="Google Shape;312;p3"/>
          <p:cNvSpPr txBox="1"/>
          <p:nvPr/>
        </p:nvSpPr>
        <p:spPr>
          <a:xfrm>
            <a:off x="822960" y="3741583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13" name="Google Shape;313;p3"/>
          <p:cNvSpPr txBox="1"/>
          <p:nvPr/>
        </p:nvSpPr>
        <p:spPr>
          <a:xfrm>
            <a:off x="1115568" y="3714151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314" name="Google Shape;314;p3"/>
          <p:cNvSpPr txBox="1"/>
          <p:nvPr/>
        </p:nvSpPr>
        <p:spPr>
          <a:xfrm>
            <a:off x="822960" y="4180495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15" name="Google Shape;315;p3"/>
          <p:cNvSpPr txBox="1"/>
          <p:nvPr/>
        </p:nvSpPr>
        <p:spPr>
          <a:xfrm>
            <a:off x="1115568" y="4153062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316" name="Google Shape;316;p3"/>
          <p:cNvSpPr txBox="1"/>
          <p:nvPr/>
        </p:nvSpPr>
        <p:spPr>
          <a:xfrm>
            <a:off x="822960" y="4619407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17" name="Google Shape;317;p3"/>
          <p:cNvSpPr txBox="1"/>
          <p:nvPr/>
        </p:nvSpPr>
        <p:spPr>
          <a:xfrm>
            <a:off x="1115568" y="4591975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318" name="Google Shape;318;p3"/>
          <p:cNvSpPr txBox="1"/>
          <p:nvPr/>
        </p:nvSpPr>
        <p:spPr>
          <a:xfrm>
            <a:off x="822960" y="5058319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19" name="Google Shape;319;p3"/>
          <p:cNvSpPr txBox="1"/>
          <p:nvPr/>
        </p:nvSpPr>
        <p:spPr>
          <a:xfrm>
            <a:off x="1115568" y="503088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320" name="Google Shape;320;p3"/>
          <p:cNvSpPr txBox="1"/>
          <p:nvPr/>
        </p:nvSpPr>
        <p:spPr>
          <a:xfrm>
            <a:off x="822960" y="5497231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21" name="Google Shape;321;p3"/>
          <p:cNvSpPr txBox="1"/>
          <p:nvPr/>
        </p:nvSpPr>
        <p:spPr>
          <a:xfrm>
            <a:off x="1115568" y="546979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322" name="Google Shape;322;p3"/>
          <p:cNvSpPr txBox="1"/>
          <p:nvPr/>
        </p:nvSpPr>
        <p:spPr>
          <a:xfrm>
            <a:off x="2377440" y="2324263"/>
            <a:ext cx="868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/>
          </a:p>
        </p:txBody>
      </p:sp>
      <p:sp>
        <p:nvSpPr>
          <p:cNvPr id="323" name="Google Shape;323;p3"/>
          <p:cNvSpPr txBox="1"/>
          <p:nvPr/>
        </p:nvSpPr>
        <p:spPr>
          <a:xfrm>
            <a:off x="3383280" y="2324263"/>
            <a:ext cx="868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Columns</a:t>
            </a:r>
            <a:endParaRPr/>
          </a:p>
        </p:txBody>
      </p:sp>
      <p:sp>
        <p:nvSpPr>
          <p:cNvPr id="324" name="Google Shape;324;p3"/>
          <p:cNvSpPr txBox="1"/>
          <p:nvPr/>
        </p:nvSpPr>
        <p:spPr>
          <a:xfrm>
            <a:off x="4389120" y="2324263"/>
            <a:ext cx="868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Slices</a:t>
            </a:r>
            <a:endParaRPr/>
          </a:p>
        </p:txBody>
      </p:sp>
      <p:sp>
        <p:nvSpPr>
          <p:cNvPr id="325" name="Google Shape;325;p3"/>
          <p:cNvSpPr txBox="1"/>
          <p:nvPr/>
        </p:nvSpPr>
        <p:spPr>
          <a:xfrm>
            <a:off x="5394960" y="2324263"/>
            <a:ext cx="868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User Settings</a:t>
            </a:r>
            <a:endParaRPr/>
          </a:p>
        </p:txBody>
      </p:sp>
      <p:sp>
        <p:nvSpPr>
          <p:cNvPr id="326" name="Google Shape;326;p3"/>
          <p:cNvSpPr txBox="1"/>
          <p:nvPr/>
        </p:nvSpPr>
        <p:spPr>
          <a:xfrm>
            <a:off x="2377440" y="2735743"/>
            <a:ext cx="18288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/>
          </a:p>
        </p:txBody>
      </p:sp>
      <p:sp>
        <p:nvSpPr>
          <p:cNvPr id="327" name="Google Shape;327;p3"/>
          <p:cNvSpPr/>
          <p:nvPr/>
        </p:nvSpPr>
        <p:spPr>
          <a:xfrm>
            <a:off x="2377440" y="3192943"/>
            <a:ext cx="1600200" cy="3474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"/>
          <p:cNvSpPr txBox="1"/>
          <p:nvPr/>
        </p:nvSpPr>
        <p:spPr>
          <a:xfrm>
            <a:off x="2487168" y="3266095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  <a:endParaRPr/>
          </a:p>
        </p:txBody>
      </p:sp>
      <p:sp>
        <p:nvSpPr>
          <p:cNvPr id="329" name="Google Shape;329;p3"/>
          <p:cNvSpPr/>
          <p:nvPr/>
        </p:nvSpPr>
        <p:spPr>
          <a:xfrm>
            <a:off x="2377440" y="3631854"/>
            <a:ext cx="1600200" cy="34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"/>
          <p:cNvSpPr txBox="1"/>
          <p:nvPr/>
        </p:nvSpPr>
        <p:spPr>
          <a:xfrm>
            <a:off x="2487168" y="3705007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Cursos</a:t>
            </a:r>
            <a:endParaRPr/>
          </a:p>
        </p:txBody>
      </p:sp>
      <p:sp>
        <p:nvSpPr>
          <p:cNvPr id="331" name="Google Shape;331;p3"/>
          <p:cNvSpPr/>
          <p:nvPr/>
        </p:nvSpPr>
        <p:spPr>
          <a:xfrm>
            <a:off x="2377440" y="4070766"/>
            <a:ext cx="1600200" cy="34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"/>
          <p:cNvSpPr txBox="1"/>
          <p:nvPr/>
        </p:nvSpPr>
        <p:spPr>
          <a:xfrm>
            <a:off x="2487168" y="4143919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Asistencias</a:t>
            </a:r>
            <a:endParaRPr/>
          </a:p>
        </p:txBody>
      </p:sp>
      <p:sp>
        <p:nvSpPr>
          <p:cNvPr id="333" name="Google Shape;333;p3"/>
          <p:cNvSpPr/>
          <p:nvPr/>
        </p:nvSpPr>
        <p:spPr>
          <a:xfrm>
            <a:off x="2377440" y="4509679"/>
            <a:ext cx="1600200" cy="34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"/>
          <p:cNvSpPr txBox="1"/>
          <p:nvPr/>
        </p:nvSpPr>
        <p:spPr>
          <a:xfrm>
            <a:off x="2487168" y="4582831"/>
            <a:ext cx="1097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Tareas</a:t>
            </a:r>
            <a:endParaRPr/>
          </a:p>
        </p:txBody>
      </p:sp>
      <p:sp>
        <p:nvSpPr>
          <p:cNvPr id="335" name="Google Shape;335;p3"/>
          <p:cNvSpPr txBox="1"/>
          <p:nvPr/>
        </p:nvSpPr>
        <p:spPr>
          <a:xfrm>
            <a:off x="4206240" y="3101503"/>
            <a:ext cx="2286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Tabla: Estudiantes</a:t>
            </a:r>
            <a:endParaRPr/>
          </a:p>
        </p:txBody>
      </p:sp>
      <p:sp>
        <p:nvSpPr>
          <p:cNvPr id="336" name="Google Shape;336;p3"/>
          <p:cNvSpPr/>
          <p:nvPr/>
        </p:nvSpPr>
        <p:spPr>
          <a:xfrm>
            <a:off x="4206240" y="3467263"/>
            <a:ext cx="42063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"/>
          <p:cNvSpPr txBox="1"/>
          <p:nvPr/>
        </p:nvSpPr>
        <p:spPr>
          <a:xfrm>
            <a:off x="4343400" y="3586135"/>
            <a:ext cx="822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Columna</a:t>
            </a:r>
            <a:endParaRPr/>
          </a:p>
        </p:txBody>
      </p:sp>
      <p:sp>
        <p:nvSpPr>
          <p:cNvPr id="338" name="Google Shape;338;p3"/>
          <p:cNvSpPr txBox="1"/>
          <p:nvPr/>
        </p:nvSpPr>
        <p:spPr>
          <a:xfrm>
            <a:off x="5303520" y="3586135"/>
            <a:ext cx="822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Tipo</a:t>
            </a:r>
            <a:endParaRPr/>
          </a:p>
        </p:txBody>
      </p:sp>
      <p:sp>
        <p:nvSpPr>
          <p:cNvPr id="339" name="Google Shape;339;p3"/>
          <p:cNvSpPr txBox="1"/>
          <p:nvPr/>
        </p:nvSpPr>
        <p:spPr>
          <a:xfrm>
            <a:off x="6263640" y="3586135"/>
            <a:ext cx="822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/>
          </a:p>
        </p:txBody>
      </p:sp>
      <p:sp>
        <p:nvSpPr>
          <p:cNvPr id="340" name="Google Shape;340;p3"/>
          <p:cNvSpPr txBox="1"/>
          <p:nvPr/>
        </p:nvSpPr>
        <p:spPr>
          <a:xfrm>
            <a:off x="7223760" y="3586135"/>
            <a:ext cx="822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Requerido</a:t>
            </a:r>
            <a:endParaRPr/>
          </a:p>
        </p:txBody>
      </p:sp>
      <p:sp>
        <p:nvSpPr>
          <p:cNvPr id="341" name="Google Shape;341;p3"/>
          <p:cNvSpPr txBox="1"/>
          <p:nvPr/>
        </p:nvSpPr>
        <p:spPr>
          <a:xfrm>
            <a:off x="4343400" y="3833023"/>
            <a:ext cx="37491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ID - Text - si - si</a:t>
            </a:r>
            <a:endParaRPr/>
          </a:p>
        </p:txBody>
      </p:sp>
      <p:sp>
        <p:nvSpPr>
          <p:cNvPr id="342" name="Google Shape;342;p3"/>
          <p:cNvSpPr txBox="1"/>
          <p:nvPr/>
        </p:nvSpPr>
        <p:spPr>
          <a:xfrm>
            <a:off x="4343400" y="4025047"/>
            <a:ext cx="37491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Nombre - Text - no - si</a:t>
            </a:r>
            <a:endParaRPr/>
          </a:p>
        </p:txBody>
      </p:sp>
      <p:sp>
        <p:nvSpPr>
          <p:cNvPr id="343" name="Google Shape;343;p3"/>
          <p:cNvSpPr txBox="1"/>
          <p:nvPr/>
        </p:nvSpPr>
        <p:spPr>
          <a:xfrm>
            <a:off x="4343400" y="4217071"/>
            <a:ext cx="37491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Curso - Enum - no - si</a:t>
            </a:r>
            <a:endParaRPr/>
          </a:p>
        </p:txBody>
      </p:sp>
      <p:sp>
        <p:nvSpPr>
          <p:cNvPr id="344" name="Google Shape;344;p3"/>
          <p:cNvSpPr txBox="1"/>
          <p:nvPr/>
        </p:nvSpPr>
        <p:spPr>
          <a:xfrm>
            <a:off x="4343400" y="4409095"/>
            <a:ext cx="37491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Fecha - Date - no - si</a:t>
            </a:r>
            <a:endParaRPr/>
          </a:p>
        </p:txBody>
      </p:sp>
      <p:sp>
        <p:nvSpPr>
          <p:cNvPr id="345" name="Google Shape;345;p3"/>
          <p:cNvSpPr/>
          <p:nvPr/>
        </p:nvSpPr>
        <p:spPr>
          <a:xfrm>
            <a:off x="4206240" y="4838863"/>
            <a:ext cx="42063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"/>
          <p:cNvSpPr txBox="1"/>
          <p:nvPr/>
        </p:nvSpPr>
        <p:spPr>
          <a:xfrm>
            <a:off x="4343400" y="4976023"/>
            <a:ext cx="37491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Filas: Ana Lopez / Carlos Ruiz / Maria Torres / Diego Castro</a:t>
            </a:r>
            <a:endParaRPr/>
          </a:p>
        </p:txBody>
      </p:sp>
      <p:sp>
        <p:nvSpPr>
          <p:cNvPr id="347" name="Google Shape;347;p3"/>
          <p:cNvSpPr/>
          <p:nvPr/>
        </p:nvSpPr>
        <p:spPr>
          <a:xfrm>
            <a:off x="9555480" y="1574455"/>
            <a:ext cx="46176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"/>
          <p:cNvSpPr/>
          <p:nvPr/>
        </p:nvSpPr>
        <p:spPr>
          <a:xfrm>
            <a:off x="9875520" y="1803055"/>
            <a:ext cx="594300" cy="5943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"/>
          <p:cNvSpPr txBox="1"/>
          <p:nvPr/>
        </p:nvSpPr>
        <p:spPr>
          <a:xfrm>
            <a:off x="10625328" y="1784767"/>
            <a:ext cx="28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350" name="Google Shape;350;p3"/>
          <p:cNvSpPr txBox="1"/>
          <p:nvPr/>
        </p:nvSpPr>
        <p:spPr>
          <a:xfrm>
            <a:off x="10625328" y="2187103"/>
            <a:ext cx="3108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967D2"/>
                </a:solidFill>
              </a:rPr>
              <a:t>Gestión</a:t>
            </a:r>
            <a:r>
              <a:rPr b="1" i="0" lang="en-US" sz="14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 de datos de la app</a:t>
            </a:r>
            <a:endParaRPr/>
          </a:p>
        </p:txBody>
      </p:sp>
      <p:sp>
        <p:nvSpPr>
          <p:cNvPr id="351" name="Google Shape;351;p3"/>
          <p:cNvSpPr/>
          <p:nvPr/>
        </p:nvSpPr>
        <p:spPr>
          <a:xfrm>
            <a:off x="9829800" y="2644303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"/>
          <p:cNvSpPr/>
          <p:nvPr/>
        </p:nvSpPr>
        <p:spPr>
          <a:xfrm>
            <a:off x="9976104" y="2808895"/>
            <a:ext cx="384000" cy="3840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53" name="Google Shape;353;p3"/>
          <p:cNvSpPr txBox="1"/>
          <p:nvPr/>
        </p:nvSpPr>
        <p:spPr>
          <a:xfrm>
            <a:off x="10451592" y="2763175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Para que sirve</a:t>
            </a:r>
            <a:endParaRPr/>
          </a:p>
        </p:txBody>
      </p:sp>
      <p:sp>
        <p:nvSpPr>
          <p:cNvPr id="354" name="Google Shape;354;p3"/>
          <p:cNvSpPr txBox="1"/>
          <p:nvPr/>
        </p:nvSpPr>
        <p:spPr>
          <a:xfrm>
            <a:off x="10451592" y="3083215"/>
            <a:ext cx="32004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Administra la informacion que usa la aplicacion.</a:t>
            </a:r>
            <a:endParaRPr/>
          </a:p>
        </p:txBody>
      </p:sp>
      <p:sp>
        <p:nvSpPr>
          <p:cNvPr id="355" name="Google Shape;355;p3"/>
          <p:cNvSpPr/>
          <p:nvPr/>
        </p:nvSpPr>
        <p:spPr>
          <a:xfrm>
            <a:off x="9829800" y="3924462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9976104" y="4089054"/>
            <a:ext cx="384000" cy="3840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57" name="Google Shape;357;p3"/>
          <p:cNvSpPr txBox="1"/>
          <p:nvPr/>
        </p:nvSpPr>
        <p:spPr>
          <a:xfrm>
            <a:off x="10451592" y="4043334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Que sale</a:t>
            </a:r>
            <a:endParaRPr/>
          </a:p>
        </p:txBody>
      </p:sp>
      <p:sp>
        <p:nvSpPr>
          <p:cNvPr id="358" name="Google Shape;358;p3"/>
          <p:cNvSpPr txBox="1"/>
          <p:nvPr/>
        </p:nvSpPr>
        <p:spPr>
          <a:xfrm>
            <a:off x="10451592" y="4363375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Tablas, columnas, tipos de dato, claves, filas y slices.</a:t>
            </a:r>
            <a:endParaRPr/>
          </a:p>
        </p:txBody>
      </p:sp>
      <p:sp>
        <p:nvSpPr>
          <p:cNvPr id="359" name="Google Shape;359;p3"/>
          <p:cNvSpPr/>
          <p:nvPr/>
        </p:nvSpPr>
        <p:spPr>
          <a:xfrm>
            <a:off x="9829800" y="5204623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"/>
          <p:cNvSpPr/>
          <p:nvPr/>
        </p:nvSpPr>
        <p:spPr>
          <a:xfrm>
            <a:off x="9976104" y="5369215"/>
            <a:ext cx="384000" cy="3840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61" name="Google Shape;361;p3"/>
          <p:cNvSpPr txBox="1"/>
          <p:nvPr/>
        </p:nvSpPr>
        <p:spPr>
          <a:xfrm>
            <a:off x="10451592" y="5323495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Ejemplo de uso</a:t>
            </a:r>
            <a:endParaRPr/>
          </a:p>
        </p:txBody>
      </p:sp>
      <p:sp>
        <p:nvSpPr>
          <p:cNvPr id="362" name="Google Shape;362;p3"/>
          <p:cNvSpPr txBox="1"/>
          <p:nvPr/>
        </p:nvSpPr>
        <p:spPr>
          <a:xfrm>
            <a:off x="10451592" y="5643535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Crear la tabla Estudiantes: nombre, curso, fecha y asistencia.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"/>
          <p:cNvSpPr txBox="1"/>
          <p:nvPr/>
        </p:nvSpPr>
        <p:spPr>
          <a:xfrm>
            <a:off x="411480" y="378721"/>
            <a:ext cx="111558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UX en AppSheet</a:t>
            </a:r>
            <a:endParaRPr/>
          </a:p>
        </p:txBody>
      </p:sp>
      <p:sp>
        <p:nvSpPr>
          <p:cNvPr id="368" name="Google Shape;368;p4"/>
          <p:cNvSpPr txBox="1"/>
          <p:nvPr/>
        </p:nvSpPr>
        <p:spPr>
          <a:xfrm>
            <a:off x="438912" y="927361"/>
            <a:ext cx="9875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967D2"/>
                </a:solidFill>
              </a:rPr>
              <a:t>Diseño</a:t>
            </a: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 de la experiencia del usuario</a:t>
            </a:r>
            <a:endParaRPr/>
          </a:p>
        </p:txBody>
      </p:sp>
      <p:sp>
        <p:nvSpPr>
          <p:cNvPr id="369" name="Google Shape;369;p4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"/>
          <p:cNvSpPr/>
          <p:nvPr/>
        </p:nvSpPr>
        <p:spPr>
          <a:xfrm>
            <a:off x="594360" y="1814152"/>
            <a:ext cx="86868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"/>
          <p:cNvSpPr/>
          <p:nvPr/>
        </p:nvSpPr>
        <p:spPr>
          <a:xfrm>
            <a:off x="594360" y="1814152"/>
            <a:ext cx="8686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"/>
          <p:cNvSpPr txBox="1"/>
          <p:nvPr/>
        </p:nvSpPr>
        <p:spPr>
          <a:xfrm>
            <a:off x="822960" y="1951311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373" name="Google Shape;373;p4"/>
          <p:cNvSpPr txBox="1"/>
          <p:nvPr/>
        </p:nvSpPr>
        <p:spPr>
          <a:xfrm>
            <a:off x="2011680" y="1951311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374" name="Google Shape;374;p4"/>
          <p:cNvSpPr/>
          <p:nvPr/>
        </p:nvSpPr>
        <p:spPr>
          <a:xfrm>
            <a:off x="7040880" y="197874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"/>
          <p:cNvSpPr/>
          <p:nvPr/>
        </p:nvSpPr>
        <p:spPr>
          <a:xfrm>
            <a:off x="7360920" y="197874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"/>
          <p:cNvSpPr/>
          <p:nvPr/>
        </p:nvSpPr>
        <p:spPr>
          <a:xfrm>
            <a:off x="7680960" y="197874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"/>
          <p:cNvSpPr/>
          <p:nvPr/>
        </p:nvSpPr>
        <p:spPr>
          <a:xfrm>
            <a:off x="8001000" y="1978744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"/>
          <p:cNvSpPr/>
          <p:nvPr/>
        </p:nvSpPr>
        <p:spPr>
          <a:xfrm>
            <a:off x="8503920" y="1923879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"/>
          <p:cNvSpPr txBox="1"/>
          <p:nvPr/>
        </p:nvSpPr>
        <p:spPr>
          <a:xfrm>
            <a:off x="8567928" y="1987888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380" name="Google Shape;380;p4"/>
          <p:cNvSpPr/>
          <p:nvPr/>
        </p:nvSpPr>
        <p:spPr>
          <a:xfrm>
            <a:off x="594360" y="2344503"/>
            <a:ext cx="1600200" cy="49104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"/>
          <p:cNvSpPr txBox="1"/>
          <p:nvPr/>
        </p:nvSpPr>
        <p:spPr>
          <a:xfrm>
            <a:off x="822960" y="2664544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82" name="Google Shape;382;p4"/>
          <p:cNvSpPr txBox="1"/>
          <p:nvPr/>
        </p:nvSpPr>
        <p:spPr>
          <a:xfrm>
            <a:off x="1115568" y="2637112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383" name="Google Shape;383;p4"/>
          <p:cNvSpPr txBox="1"/>
          <p:nvPr/>
        </p:nvSpPr>
        <p:spPr>
          <a:xfrm>
            <a:off x="822960" y="3103456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84" name="Google Shape;384;p4"/>
          <p:cNvSpPr txBox="1"/>
          <p:nvPr/>
        </p:nvSpPr>
        <p:spPr>
          <a:xfrm>
            <a:off x="1115568" y="307602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385" name="Google Shape;385;p4"/>
          <p:cNvSpPr/>
          <p:nvPr/>
        </p:nvSpPr>
        <p:spPr>
          <a:xfrm>
            <a:off x="768096" y="3487504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"/>
          <p:cNvSpPr txBox="1"/>
          <p:nvPr/>
        </p:nvSpPr>
        <p:spPr>
          <a:xfrm>
            <a:off x="822960" y="3542368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87" name="Google Shape;387;p4"/>
          <p:cNvSpPr txBox="1"/>
          <p:nvPr/>
        </p:nvSpPr>
        <p:spPr>
          <a:xfrm>
            <a:off x="1115568" y="351493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388" name="Google Shape;388;p4"/>
          <p:cNvSpPr txBox="1"/>
          <p:nvPr/>
        </p:nvSpPr>
        <p:spPr>
          <a:xfrm>
            <a:off x="822960" y="3981280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89" name="Google Shape;389;p4"/>
          <p:cNvSpPr txBox="1"/>
          <p:nvPr/>
        </p:nvSpPr>
        <p:spPr>
          <a:xfrm>
            <a:off x="1115568" y="3953848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390" name="Google Shape;390;p4"/>
          <p:cNvSpPr txBox="1"/>
          <p:nvPr/>
        </p:nvSpPr>
        <p:spPr>
          <a:xfrm>
            <a:off x="822960" y="4420192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91" name="Google Shape;391;p4"/>
          <p:cNvSpPr txBox="1"/>
          <p:nvPr/>
        </p:nvSpPr>
        <p:spPr>
          <a:xfrm>
            <a:off x="1115568" y="439275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392" name="Google Shape;392;p4"/>
          <p:cNvSpPr txBox="1"/>
          <p:nvPr/>
        </p:nvSpPr>
        <p:spPr>
          <a:xfrm>
            <a:off x="822960" y="4859104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93" name="Google Shape;393;p4"/>
          <p:cNvSpPr txBox="1"/>
          <p:nvPr/>
        </p:nvSpPr>
        <p:spPr>
          <a:xfrm>
            <a:off x="1115568" y="4831672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394" name="Google Shape;394;p4"/>
          <p:cNvSpPr txBox="1"/>
          <p:nvPr/>
        </p:nvSpPr>
        <p:spPr>
          <a:xfrm>
            <a:off x="822960" y="5298016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95" name="Google Shape;395;p4"/>
          <p:cNvSpPr txBox="1"/>
          <p:nvPr/>
        </p:nvSpPr>
        <p:spPr>
          <a:xfrm>
            <a:off x="1115568" y="527058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396" name="Google Shape;396;p4"/>
          <p:cNvSpPr txBox="1"/>
          <p:nvPr/>
        </p:nvSpPr>
        <p:spPr>
          <a:xfrm>
            <a:off x="822960" y="5736928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397" name="Google Shape;397;p4"/>
          <p:cNvSpPr txBox="1"/>
          <p:nvPr/>
        </p:nvSpPr>
        <p:spPr>
          <a:xfrm>
            <a:off x="1115568" y="570949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398" name="Google Shape;398;p4"/>
          <p:cNvSpPr txBox="1"/>
          <p:nvPr/>
        </p:nvSpPr>
        <p:spPr>
          <a:xfrm>
            <a:off x="237744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endParaRPr/>
          </a:p>
        </p:txBody>
      </p:sp>
      <p:sp>
        <p:nvSpPr>
          <p:cNvPr id="399" name="Google Shape;399;p4"/>
          <p:cNvSpPr txBox="1"/>
          <p:nvPr/>
        </p:nvSpPr>
        <p:spPr>
          <a:xfrm>
            <a:off x="338328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Brand</a:t>
            </a:r>
            <a:endParaRPr/>
          </a:p>
        </p:txBody>
      </p:sp>
      <p:sp>
        <p:nvSpPr>
          <p:cNvPr id="400" name="Google Shape;400;p4"/>
          <p:cNvSpPr txBox="1"/>
          <p:nvPr/>
        </p:nvSpPr>
        <p:spPr>
          <a:xfrm>
            <a:off x="438912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Format Rules</a:t>
            </a:r>
            <a:endParaRPr/>
          </a:p>
        </p:txBody>
      </p:sp>
      <p:sp>
        <p:nvSpPr>
          <p:cNvPr id="401" name="Google Shape;401;p4"/>
          <p:cNvSpPr txBox="1"/>
          <p:nvPr/>
        </p:nvSpPr>
        <p:spPr>
          <a:xfrm>
            <a:off x="539496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Options</a:t>
            </a:r>
            <a:endParaRPr/>
          </a:p>
        </p:txBody>
      </p:sp>
      <p:sp>
        <p:nvSpPr>
          <p:cNvPr id="402" name="Google Shape;402;p4"/>
          <p:cNvSpPr txBox="1"/>
          <p:nvPr/>
        </p:nvSpPr>
        <p:spPr>
          <a:xfrm>
            <a:off x="6400800" y="256396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Localize</a:t>
            </a:r>
            <a:endParaRPr/>
          </a:p>
        </p:txBody>
      </p:sp>
      <p:sp>
        <p:nvSpPr>
          <p:cNvPr id="403" name="Google Shape;403;p4"/>
          <p:cNvSpPr txBox="1"/>
          <p:nvPr/>
        </p:nvSpPr>
        <p:spPr>
          <a:xfrm>
            <a:off x="2377440" y="2975440"/>
            <a:ext cx="2469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Student Form</a:t>
            </a:r>
            <a:endParaRPr/>
          </a:p>
        </p:txBody>
      </p:sp>
      <p:sp>
        <p:nvSpPr>
          <p:cNvPr id="404" name="Google Shape;404;p4"/>
          <p:cNvSpPr/>
          <p:nvPr/>
        </p:nvSpPr>
        <p:spPr>
          <a:xfrm>
            <a:off x="237744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"/>
          <p:cNvSpPr txBox="1"/>
          <p:nvPr/>
        </p:nvSpPr>
        <p:spPr>
          <a:xfrm>
            <a:off x="2423160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Form</a:t>
            </a:r>
            <a:endParaRPr/>
          </a:p>
        </p:txBody>
      </p:sp>
      <p:sp>
        <p:nvSpPr>
          <p:cNvPr id="406" name="Google Shape;406;p4"/>
          <p:cNvSpPr/>
          <p:nvPr/>
        </p:nvSpPr>
        <p:spPr>
          <a:xfrm>
            <a:off x="315468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"/>
          <p:cNvSpPr txBox="1"/>
          <p:nvPr/>
        </p:nvSpPr>
        <p:spPr>
          <a:xfrm>
            <a:off x="3200400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/>
          </a:p>
        </p:txBody>
      </p:sp>
      <p:sp>
        <p:nvSpPr>
          <p:cNvPr id="408" name="Google Shape;408;p4"/>
          <p:cNvSpPr/>
          <p:nvPr/>
        </p:nvSpPr>
        <p:spPr>
          <a:xfrm>
            <a:off x="393192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"/>
          <p:cNvSpPr txBox="1"/>
          <p:nvPr/>
        </p:nvSpPr>
        <p:spPr>
          <a:xfrm>
            <a:off x="3977639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Deck</a:t>
            </a:r>
            <a:endParaRPr/>
          </a:p>
        </p:txBody>
      </p:sp>
      <p:sp>
        <p:nvSpPr>
          <p:cNvPr id="410" name="Google Shape;410;p4"/>
          <p:cNvSpPr/>
          <p:nvPr/>
        </p:nvSpPr>
        <p:spPr>
          <a:xfrm>
            <a:off x="470916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"/>
          <p:cNvSpPr txBox="1"/>
          <p:nvPr/>
        </p:nvSpPr>
        <p:spPr>
          <a:xfrm>
            <a:off x="4754880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/>
          </a:p>
        </p:txBody>
      </p:sp>
      <p:sp>
        <p:nvSpPr>
          <p:cNvPr id="412" name="Google Shape;412;p4"/>
          <p:cNvSpPr/>
          <p:nvPr/>
        </p:nvSpPr>
        <p:spPr>
          <a:xfrm>
            <a:off x="548640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"/>
          <p:cNvSpPr txBox="1"/>
          <p:nvPr/>
        </p:nvSpPr>
        <p:spPr>
          <a:xfrm>
            <a:off x="5532120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Gallery</a:t>
            </a:r>
            <a:endParaRPr/>
          </a:p>
        </p:txBody>
      </p:sp>
      <p:sp>
        <p:nvSpPr>
          <p:cNvPr id="414" name="Google Shape;414;p4"/>
          <p:cNvSpPr/>
          <p:nvPr/>
        </p:nvSpPr>
        <p:spPr>
          <a:xfrm>
            <a:off x="6263640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"/>
          <p:cNvSpPr txBox="1"/>
          <p:nvPr/>
        </p:nvSpPr>
        <p:spPr>
          <a:xfrm>
            <a:off x="6309359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</p:txBody>
      </p:sp>
      <p:sp>
        <p:nvSpPr>
          <p:cNvPr id="416" name="Google Shape;416;p4"/>
          <p:cNvSpPr/>
          <p:nvPr/>
        </p:nvSpPr>
        <p:spPr>
          <a:xfrm>
            <a:off x="7040879" y="3432640"/>
            <a:ext cx="658500" cy="50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"/>
          <p:cNvSpPr txBox="1"/>
          <p:nvPr/>
        </p:nvSpPr>
        <p:spPr>
          <a:xfrm>
            <a:off x="7086599" y="3597232"/>
            <a:ext cx="54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  <a:endParaRPr/>
          </a:p>
        </p:txBody>
      </p:sp>
      <p:sp>
        <p:nvSpPr>
          <p:cNvPr id="418" name="Google Shape;418;p4"/>
          <p:cNvSpPr/>
          <p:nvPr/>
        </p:nvSpPr>
        <p:spPr>
          <a:xfrm>
            <a:off x="2377440" y="4164159"/>
            <a:ext cx="42978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"/>
          <p:cNvSpPr txBox="1"/>
          <p:nvPr/>
        </p:nvSpPr>
        <p:spPr>
          <a:xfrm>
            <a:off x="2514600" y="4273888"/>
            <a:ext cx="3657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View name: Student Form</a:t>
            </a:r>
            <a:endParaRPr/>
          </a:p>
        </p:txBody>
      </p:sp>
      <p:sp>
        <p:nvSpPr>
          <p:cNvPr id="420" name="Google Shape;420;p4"/>
          <p:cNvSpPr/>
          <p:nvPr/>
        </p:nvSpPr>
        <p:spPr>
          <a:xfrm>
            <a:off x="2377440" y="4712800"/>
            <a:ext cx="4297800" cy="13716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"/>
          <p:cNvSpPr txBox="1"/>
          <p:nvPr/>
        </p:nvSpPr>
        <p:spPr>
          <a:xfrm>
            <a:off x="2514600" y="4849960"/>
            <a:ext cx="38406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Opciones de vista: Columns / Display / Actions / Advanced</a:t>
            </a:r>
            <a:endParaRPr/>
          </a:p>
        </p:txBody>
      </p:sp>
      <p:sp>
        <p:nvSpPr>
          <p:cNvPr id="422" name="Google Shape;422;p4"/>
          <p:cNvSpPr txBox="1"/>
          <p:nvPr/>
        </p:nvSpPr>
        <p:spPr>
          <a:xfrm>
            <a:off x="2514600" y="5215720"/>
            <a:ext cx="3749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Aqui eliges que pantalla ve el usuario y como navega por la app.</a:t>
            </a:r>
            <a:endParaRPr/>
          </a:p>
        </p:txBody>
      </p:sp>
      <p:sp>
        <p:nvSpPr>
          <p:cNvPr id="423" name="Google Shape;423;p4"/>
          <p:cNvSpPr/>
          <p:nvPr/>
        </p:nvSpPr>
        <p:spPr>
          <a:xfrm>
            <a:off x="6995160" y="3066880"/>
            <a:ext cx="1188600" cy="310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"/>
          <p:cNvSpPr txBox="1"/>
          <p:nvPr/>
        </p:nvSpPr>
        <p:spPr>
          <a:xfrm>
            <a:off x="7150608" y="3313768"/>
            <a:ext cx="8688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Add Student</a:t>
            </a:r>
            <a:endParaRPr/>
          </a:p>
        </p:txBody>
      </p:sp>
      <p:sp>
        <p:nvSpPr>
          <p:cNvPr id="425" name="Google Shape;425;p4"/>
          <p:cNvSpPr/>
          <p:nvPr/>
        </p:nvSpPr>
        <p:spPr>
          <a:xfrm>
            <a:off x="7159752" y="3588088"/>
            <a:ext cx="822900" cy="20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"/>
          <p:cNvSpPr txBox="1"/>
          <p:nvPr/>
        </p:nvSpPr>
        <p:spPr>
          <a:xfrm>
            <a:off x="7178040" y="3460072"/>
            <a:ext cx="7314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</p:txBody>
      </p:sp>
      <p:sp>
        <p:nvSpPr>
          <p:cNvPr id="427" name="Google Shape;427;p4"/>
          <p:cNvSpPr/>
          <p:nvPr/>
        </p:nvSpPr>
        <p:spPr>
          <a:xfrm>
            <a:off x="7159752" y="4091008"/>
            <a:ext cx="822900" cy="20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"/>
          <p:cNvSpPr txBox="1"/>
          <p:nvPr/>
        </p:nvSpPr>
        <p:spPr>
          <a:xfrm>
            <a:off x="7178040" y="3962992"/>
            <a:ext cx="7314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endParaRPr/>
          </a:p>
        </p:txBody>
      </p:sp>
      <p:sp>
        <p:nvSpPr>
          <p:cNvPr id="429" name="Google Shape;429;p4"/>
          <p:cNvSpPr/>
          <p:nvPr/>
        </p:nvSpPr>
        <p:spPr>
          <a:xfrm>
            <a:off x="7159752" y="4593928"/>
            <a:ext cx="822900" cy="20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"/>
          <p:cNvSpPr txBox="1"/>
          <p:nvPr/>
        </p:nvSpPr>
        <p:spPr>
          <a:xfrm>
            <a:off x="7178040" y="4465911"/>
            <a:ext cx="7314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/>
          </a:p>
        </p:txBody>
      </p:sp>
      <p:sp>
        <p:nvSpPr>
          <p:cNvPr id="431" name="Google Shape;431;p4"/>
          <p:cNvSpPr/>
          <p:nvPr/>
        </p:nvSpPr>
        <p:spPr>
          <a:xfrm>
            <a:off x="7159752" y="5096848"/>
            <a:ext cx="822900" cy="20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"/>
          <p:cNvSpPr txBox="1"/>
          <p:nvPr/>
        </p:nvSpPr>
        <p:spPr>
          <a:xfrm>
            <a:off x="7178040" y="4968832"/>
            <a:ext cx="7314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Notes</a:t>
            </a:r>
            <a:endParaRPr/>
          </a:p>
        </p:txBody>
      </p:sp>
      <p:sp>
        <p:nvSpPr>
          <p:cNvPr id="433" name="Google Shape;433;p4"/>
          <p:cNvSpPr/>
          <p:nvPr/>
        </p:nvSpPr>
        <p:spPr>
          <a:xfrm>
            <a:off x="9555480" y="1814152"/>
            <a:ext cx="46176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"/>
          <p:cNvSpPr/>
          <p:nvPr/>
        </p:nvSpPr>
        <p:spPr>
          <a:xfrm>
            <a:off x="9875520" y="2042752"/>
            <a:ext cx="594300" cy="5943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"/>
          <p:cNvSpPr txBox="1"/>
          <p:nvPr/>
        </p:nvSpPr>
        <p:spPr>
          <a:xfrm>
            <a:off x="10625328" y="2024464"/>
            <a:ext cx="28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436" name="Google Shape;436;p4"/>
          <p:cNvSpPr txBox="1"/>
          <p:nvPr/>
        </p:nvSpPr>
        <p:spPr>
          <a:xfrm>
            <a:off x="10625328" y="2426800"/>
            <a:ext cx="31089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Diseno de la experiencia del usuario</a:t>
            </a:r>
            <a:endParaRPr/>
          </a:p>
        </p:txBody>
      </p:sp>
      <p:sp>
        <p:nvSpPr>
          <p:cNvPr id="437" name="Google Shape;437;p4"/>
          <p:cNvSpPr/>
          <p:nvPr/>
        </p:nvSpPr>
        <p:spPr>
          <a:xfrm>
            <a:off x="9829800" y="2884000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"/>
          <p:cNvSpPr/>
          <p:nvPr/>
        </p:nvSpPr>
        <p:spPr>
          <a:xfrm>
            <a:off x="9976104" y="3048592"/>
            <a:ext cx="384000" cy="3840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39" name="Google Shape;439;p4"/>
          <p:cNvSpPr txBox="1"/>
          <p:nvPr/>
        </p:nvSpPr>
        <p:spPr>
          <a:xfrm>
            <a:off x="10451592" y="3002872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Para que sirve</a:t>
            </a:r>
            <a:endParaRPr/>
          </a:p>
        </p:txBody>
      </p:sp>
      <p:sp>
        <p:nvSpPr>
          <p:cNvPr id="440" name="Google Shape;440;p4"/>
          <p:cNvSpPr txBox="1"/>
          <p:nvPr/>
        </p:nvSpPr>
        <p:spPr>
          <a:xfrm>
            <a:off x="10451592" y="3322912"/>
            <a:ext cx="32004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Define como vera y usara la app el usuario.</a:t>
            </a:r>
            <a:endParaRPr/>
          </a:p>
        </p:txBody>
      </p:sp>
      <p:sp>
        <p:nvSpPr>
          <p:cNvPr id="441" name="Google Shape;441;p4"/>
          <p:cNvSpPr/>
          <p:nvPr/>
        </p:nvSpPr>
        <p:spPr>
          <a:xfrm>
            <a:off x="9829800" y="4164159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"/>
          <p:cNvSpPr/>
          <p:nvPr/>
        </p:nvSpPr>
        <p:spPr>
          <a:xfrm>
            <a:off x="9976104" y="4328751"/>
            <a:ext cx="384000" cy="3840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43" name="Google Shape;443;p4"/>
          <p:cNvSpPr txBox="1"/>
          <p:nvPr/>
        </p:nvSpPr>
        <p:spPr>
          <a:xfrm>
            <a:off x="10451592" y="4283031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Que sale</a:t>
            </a:r>
            <a:endParaRPr/>
          </a:p>
        </p:txBody>
      </p:sp>
      <p:sp>
        <p:nvSpPr>
          <p:cNvPr id="444" name="Google Shape;444;p4"/>
          <p:cNvSpPr txBox="1"/>
          <p:nvPr/>
        </p:nvSpPr>
        <p:spPr>
          <a:xfrm>
            <a:off x="10451592" y="4603072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Vistas Form, Table, Deck, Detail o Chart; marca y formato visual.</a:t>
            </a:r>
            <a:endParaRPr/>
          </a:p>
        </p:txBody>
      </p:sp>
      <p:sp>
        <p:nvSpPr>
          <p:cNvPr id="445" name="Google Shape;445;p4"/>
          <p:cNvSpPr/>
          <p:nvPr/>
        </p:nvSpPr>
        <p:spPr>
          <a:xfrm>
            <a:off x="9829800" y="5444320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"/>
          <p:cNvSpPr/>
          <p:nvPr/>
        </p:nvSpPr>
        <p:spPr>
          <a:xfrm>
            <a:off x="9976104" y="5608912"/>
            <a:ext cx="384000" cy="3840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47" name="Google Shape;447;p4"/>
          <p:cNvSpPr txBox="1"/>
          <p:nvPr/>
        </p:nvSpPr>
        <p:spPr>
          <a:xfrm>
            <a:off x="10451592" y="5563192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Ejemplo de uso</a:t>
            </a:r>
            <a:endParaRPr/>
          </a:p>
        </p:txBody>
      </p:sp>
      <p:sp>
        <p:nvSpPr>
          <p:cNvPr id="448" name="Google Shape;448;p4"/>
          <p:cNvSpPr txBox="1"/>
          <p:nvPr/>
        </p:nvSpPr>
        <p:spPr>
          <a:xfrm>
            <a:off x="10451592" y="5883232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Crear un formulario de asistencia y una tabla de consulta.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Behavior en AppSheet</a:t>
            </a:r>
            <a:endParaRPr/>
          </a:p>
        </p:txBody>
      </p:sp>
      <p:sp>
        <p:nvSpPr>
          <p:cNvPr id="454" name="Google Shape;454;p5"/>
          <p:cNvSpPr txBox="1"/>
          <p:nvPr/>
        </p:nvSpPr>
        <p:spPr>
          <a:xfrm>
            <a:off x="438912" y="74980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Acciones de la app</a:t>
            </a:r>
            <a:endParaRPr/>
          </a:p>
        </p:txBody>
      </p:sp>
      <p:sp>
        <p:nvSpPr>
          <p:cNvPr id="455" name="Google Shape;455;p5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"/>
          <p:cNvSpPr/>
          <p:nvPr/>
        </p:nvSpPr>
        <p:spPr>
          <a:xfrm>
            <a:off x="594360" y="1849663"/>
            <a:ext cx="86868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"/>
          <p:cNvSpPr/>
          <p:nvPr/>
        </p:nvSpPr>
        <p:spPr>
          <a:xfrm>
            <a:off x="594360" y="1849663"/>
            <a:ext cx="8686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"/>
          <p:cNvSpPr txBox="1"/>
          <p:nvPr/>
        </p:nvSpPr>
        <p:spPr>
          <a:xfrm>
            <a:off x="822960" y="1986822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459" name="Google Shape;459;p5"/>
          <p:cNvSpPr txBox="1"/>
          <p:nvPr/>
        </p:nvSpPr>
        <p:spPr>
          <a:xfrm>
            <a:off x="2011680" y="1986822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460" name="Google Shape;460;p5"/>
          <p:cNvSpPr/>
          <p:nvPr/>
        </p:nvSpPr>
        <p:spPr>
          <a:xfrm>
            <a:off x="7040880" y="2014255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"/>
          <p:cNvSpPr/>
          <p:nvPr/>
        </p:nvSpPr>
        <p:spPr>
          <a:xfrm>
            <a:off x="7360920" y="2014255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"/>
          <p:cNvSpPr/>
          <p:nvPr/>
        </p:nvSpPr>
        <p:spPr>
          <a:xfrm>
            <a:off x="7680960" y="2014255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"/>
          <p:cNvSpPr/>
          <p:nvPr/>
        </p:nvSpPr>
        <p:spPr>
          <a:xfrm>
            <a:off x="8001000" y="2014255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5"/>
          <p:cNvSpPr/>
          <p:nvPr/>
        </p:nvSpPr>
        <p:spPr>
          <a:xfrm>
            <a:off x="8503920" y="1959390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"/>
          <p:cNvSpPr txBox="1"/>
          <p:nvPr/>
        </p:nvSpPr>
        <p:spPr>
          <a:xfrm>
            <a:off x="8567928" y="2023399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466" name="Google Shape;466;p5"/>
          <p:cNvSpPr/>
          <p:nvPr/>
        </p:nvSpPr>
        <p:spPr>
          <a:xfrm>
            <a:off x="594360" y="2380014"/>
            <a:ext cx="1600200" cy="49104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5"/>
          <p:cNvSpPr txBox="1"/>
          <p:nvPr/>
        </p:nvSpPr>
        <p:spPr>
          <a:xfrm>
            <a:off x="822960" y="2700055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468" name="Google Shape;468;p5"/>
          <p:cNvSpPr txBox="1"/>
          <p:nvPr/>
        </p:nvSpPr>
        <p:spPr>
          <a:xfrm>
            <a:off x="1115568" y="2672623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469" name="Google Shape;469;p5"/>
          <p:cNvSpPr txBox="1"/>
          <p:nvPr/>
        </p:nvSpPr>
        <p:spPr>
          <a:xfrm>
            <a:off x="822960" y="3138967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470" name="Google Shape;470;p5"/>
          <p:cNvSpPr txBox="1"/>
          <p:nvPr/>
        </p:nvSpPr>
        <p:spPr>
          <a:xfrm>
            <a:off x="1115568" y="3111535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471" name="Google Shape;471;p5"/>
          <p:cNvSpPr txBox="1"/>
          <p:nvPr/>
        </p:nvSpPr>
        <p:spPr>
          <a:xfrm>
            <a:off x="822960" y="3577879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472" name="Google Shape;472;p5"/>
          <p:cNvSpPr txBox="1"/>
          <p:nvPr/>
        </p:nvSpPr>
        <p:spPr>
          <a:xfrm>
            <a:off x="1115568" y="355044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473" name="Google Shape;473;p5"/>
          <p:cNvSpPr/>
          <p:nvPr/>
        </p:nvSpPr>
        <p:spPr>
          <a:xfrm>
            <a:off x="768096" y="3961927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"/>
          <p:cNvSpPr txBox="1"/>
          <p:nvPr/>
        </p:nvSpPr>
        <p:spPr>
          <a:xfrm>
            <a:off x="822960" y="4016791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475" name="Google Shape;475;p5"/>
          <p:cNvSpPr txBox="1"/>
          <p:nvPr/>
        </p:nvSpPr>
        <p:spPr>
          <a:xfrm>
            <a:off x="1115568" y="398935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476" name="Google Shape;476;p5"/>
          <p:cNvSpPr txBox="1"/>
          <p:nvPr/>
        </p:nvSpPr>
        <p:spPr>
          <a:xfrm>
            <a:off x="822960" y="4455703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477" name="Google Shape;477;p5"/>
          <p:cNvSpPr txBox="1"/>
          <p:nvPr/>
        </p:nvSpPr>
        <p:spPr>
          <a:xfrm>
            <a:off x="1115568" y="4428270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478" name="Google Shape;478;p5"/>
          <p:cNvSpPr txBox="1"/>
          <p:nvPr/>
        </p:nvSpPr>
        <p:spPr>
          <a:xfrm>
            <a:off x="822960" y="4894615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479" name="Google Shape;479;p5"/>
          <p:cNvSpPr txBox="1"/>
          <p:nvPr/>
        </p:nvSpPr>
        <p:spPr>
          <a:xfrm>
            <a:off x="1115568" y="4867183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480" name="Google Shape;480;p5"/>
          <p:cNvSpPr txBox="1"/>
          <p:nvPr/>
        </p:nvSpPr>
        <p:spPr>
          <a:xfrm>
            <a:off x="822960" y="5333527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481" name="Google Shape;481;p5"/>
          <p:cNvSpPr txBox="1"/>
          <p:nvPr/>
        </p:nvSpPr>
        <p:spPr>
          <a:xfrm>
            <a:off x="1115568" y="5306095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482" name="Google Shape;482;p5"/>
          <p:cNvSpPr txBox="1"/>
          <p:nvPr/>
        </p:nvSpPr>
        <p:spPr>
          <a:xfrm>
            <a:off x="822960" y="5772439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483" name="Google Shape;483;p5"/>
          <p:cNvSpPr txBox="1"/>
          <p:nvPr/>
        </p:nvSpPr>
        <p:spPr>
          <a:xfrm>
            <a:off x="1115568" y="574500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484" name="Google Shape;484;p5"/>
          <p:cNvSpPr txBox="1"/>
          <p:nvPr/>
        </p:nvSpPr>
        <p:spPr>
          <a:xfrm>
            <a:off x="2377440" y="2599471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/>
          </a:p>
        </p:txBody>
      </p:sp>
      <p:sp>
        <p:nvSpPr>
          <p:cNvPr id="485" name="Google Shape;485;p5"/>
          <p:cNvSpPr txBox="1"/>
          <p:nvPr/>
        </p:nvSpPr>
        <p:spPr>
          <a:xfrm>
            <a:off x="3474720" y="2599471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486" name="Google Shape;486;p5"/>
          <p:cNvSpPr txBox="1"/>
          <p:nvPr/>
        </p:nvSpPr>
        <p:spPr>
          <a:xfrm>
            <a:off x="4572000" y="2599471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/>
          </a:p>
        </p:txBody>
      </p:sp>
      <p:sp>
        <p:nvSpPr>
          <p:cNvPr id="487" name="Google Shape;487;p5"/>
          <p:cNvSpPr txBox="1"/>
          <p:nvPr/>
        </p:nvSpPr>
        <p:spPr>
          <a:xfrm>
            <a:off x="5669279" y="2599471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Schedules</a:t>
            </a:r>
            <a:endParaRPr/>
          </a:p>
        </p:txBody>
      </p:sp>
      <p:sp>
        <p:nvSpPr>
          <p:cNvPr id="488" name="Google Shape;488;p5"/>
          <p:cNvSpPr txBox="1"/>
          <p:nvPr/>
        </p:nvSpPr>
        <p:spPr>
          <a:xfrm>
            <a:off x="2377440" y="3010951"/>
            <a:ext cx="2194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/>
          </a:p>
        </p:txBody>
      </p:sp>
      <p:sp>
        <p:nvSpPr>
          <p:cNvPr id="489" name="Google Shape;489;p5"/>
          <p:cNvSpPr/>
          <p:nvPr/>
        </p:nvSpPr>
        <p:spPr>
          <a:xfrm>
            <a:off x="2377440" y="3422431"/>
            <a:ext cx="62178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"/>
          <p:cNvSpPr txBox="1"/>
          <p:nvPr/>
        </p:nvSpPr>
        <p:spPr>
          <a:xfrm>
            <a:off x="2560320" y="3495583"/>
            <a:ext cx="2743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Search actions...</a:t>
            </a:r>
            <a:endParaRPr/>
          </a:p>
        </p:txBody>
      </p:sp>
      <p:sp>
        <p:nvSpPr>
          <p:cNvPr id="491" name="Google Shape;491;p5"/>
          <p:cNvSpPr/>
          <p:nvPr/>
        </p:nvSpPr>
        <p:spPr>
          <a:xfrm>
            <a:off x="2377440" y="3925351"/>
            <a:ext cx="62178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"/>
          <p:cNvSpPr txBox="1"/>
          <p:nvPr/>
        </p:nvSpPr>
        <p:spPr>
          <a:xfrm>
            <a:off x="2606040" y="4044223"/>
            <a:ext cx="1554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Ver detalle</a:t>
            </a:r>
            <a:endParaRPr/>
          </a:p>
        </p:txBody>
      </p:sp>
      <p:sp>
        <p:nvSpPr>
          <p:cNvPr id="493" name="Google Shape;493;p5"/>
          <p:cNvSpPr txBox="1"/>
          <p:nvPr/>
        </p:nvSpPr>
        <p:spPr>
          <a:xfrm>
            <a:off x="4297680" y="4044223"/>
            <a:ext cx="201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Ir a otra vista</a:t>
            </a:r>
            <a:endParaRPr/>
          </a:p>
        </p:txBody>
      </p:sp>
      <p:sp>
        <p:nvSpPr>
          <p:cNvPr id="494" name="Google Shape;494;p5"/>
          <p:cNvSpPr txBox="1"/>
          <p:nvPr/>
        </p:nvSpPr>
        <p:spPr>
          <a:xfrm>
            <a:off x="6309360" y="4044223"/>
            <a:ext cx="100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boton</a:t>
            </a:r>
            <a:endParaRPr/>
          </a:p>
        </p:txBody>
      </p:sp>
      <p:sp>
        <p:nvSpPr>
          <p:cNvPr id="495" name="Google Shape;495;p5"/>
          <p:cNvSpPr/>
          <p:nvPr/>
        </p:nvSpPr>
        <p:spPr>
          <a:xfrm>
            <a:off x="2377440" y="4428270"/>
            <a:ext cx="62178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"/>
          <p:cNvSpPr txBox="1"/>
          <p:nvPr/>
        </p:nvSpPr>
        <p:spPr>
          <a:xfrm>
            <a:off x="2606040" y="4547143"/>
            <a:ext cx="1554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Editar estudiante</a:t>
            </a:r>
            <a:endParaRPr/>
          </a:p>
        </p:txBody>
      </p:sp>
      <p:sp>
        <p:nvSpPr>
          <p:cNvPr id="497" name="Google Shape;497;p5"/>
          <p:cNvSpPr txBox="1"/>
          <p:nvPr/>
        </p:nvSpPr>
        <p:spPr>
          <a:xfrm>
            <a:off x="4297680" y="4547143"/>
            <a:ext cx="201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Abrir formulario</a:t>
            </a:r>
            <a:endParaRPr/>
          </a:p>
        </p:txBody>
      </p:sp>
      <p:sp>
        <p:nvSpPr>
          <p:cNvPr id="498" name="Google Shape;498;p5"/>
          <p:cNvSpPr txBox="1"/>
          <p:nvPr/>
        </p:nvSpPr>
        <p:spPr>
          <a:xfrm>
            <a:off x="6309360" y="4547143"/>
            <a:ext cx="100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boton</a:t>
            </a:r>
            <a:endParaRPr/>
          </a:p>
        </p:txBody>
      </p:sp>
      <p:sp>
        <p:nvSpPr>
          <p:cNvPr id="499" name="Google Shape;499;p5"/>
          <p:cNvSpPr/>
          <p:nvPr/>
        </p:nvSpPr>
        <p:spPr>
          <a:xfrm>
            <a:off x="2377440" y="4931191"/>
            <a:ext cx="62178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"/>
          <p:cNvSpPr txBox="1"/>
          <p:nvPr/>
        </p:nvSpPr>
        <p:spPr>
          <a:xfrm>
            <a:off x="2606040" y="5050063"/>
            <a:ext cx="1554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Eliminar estudiante</a:t>
            </a:r>
            <a:endParaRPr/>
          </a:p>
        </p:txBody>
      </p:sp>
      <p:sp>
        <p:nvSpPr>
          <p:cNvPr id="501" name="Google Shape;501;p5"/>
          <p:cNvSpPr txBox="1"/>
          <p:nvPr/>
        </p:nvSpPr>
        <p:spPr>
          <a:xfrm>
            <a:off x="4297680" y="5050063"/>
            <a:ext cx="201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Borrar fila</a:t>
            </a:r>
            <a:endParaRPr/>
          </a:p>
        </p:txBody>
      </p:sp>
      <p:sp>
        <p:nvSpPr>
          <p:cNvPr id="502" name="Google Shape;502;p5"/>
          <p:cNvSpPr txBox="1"/>
          <p:nvPr/>
        </p:nvSpPr>
        <p:spPr>
          <a:xfrm>
            <a:off x="6309360" y="5050063"/>
            <a:ext cx="100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boton</a:t>
            </a:r>
            <a:endParaRPr/>
          </a:p>
        </p:txBody>
      </p:sp>
      <p:sp>
        <p:nvSpPr>
          <p:cNvPr id="503" name="Google Shape;503;p5"/>
          <p:cNvSpPr/>
          <p:nvPr/>
        </p:nvSpPr>
        <p:spPr>
          <a:xfrm>
            <a:off x="2377440" y="5434111"/>
            <a:ext cx="62178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5"/>
          <p:cNvSpPr txBox="1"/>
          <p:nvPr/>
        </p:nvSpPr>
        <p:spPr>
          <a:xfrm>
            <a:off x="2606040" y="5552983"/>
            <a:ext cx="1554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Registrar llegada tarde</a:t>
            </a:r>
            <a:endParaRPr/>
          </a:p>
        </p:txBody>
      </p:sp>
      <p:sp>
        <p:nvSpPr>
          <p:cNvPr id="505" name="Google Shape;505;p5"/>
          <p:cNvSpPr txBox="1"/>
          <p:nvPr/>
        </p:nvSpPr>
        <p:spPr>
          <a:xfrm>
            <a:off x="4297680" y="5552983"/>
            <a:ext cx="2011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Agregar registro</a:t>
            </a:r>
            <a:endParaRPr/>
          </a:p>
        </p:txBody>
      </p:sp>
      <p:sp>
        <p:nvSpPr>
          <p:cNvPr id="506" name="Google Shape;506;p5"/>
          <p:cNvSpPr txBox="1"/>
          <p:nvPr/>
        </p:nvSpPr>
        <p:spPr>
          <a:xfrm>
            <a:off x="6309360" y="5552983"/>
            <a:ext cx="100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boton</a:t>
            </a:r>
            <a:endParaRPr/>
          </a:p>
        </p:txBody>
      </p:sp>
      <p:sp>
        <p:nvSpPr>
          <p:cNvPr id="507" name="Google Shape;507;p5"/>
          <p:cNvSpPr/>
          <p:nvPr/>
        </p:nvSpPr>
        <p:spPr>
          <a:xfrm>
            <a:off x="9555480" y="1849663"/>
            <a:ext cx="46176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5"/>
          <p:cNvSpPr/>
          <p:nvPr/>
        </p:nvSpPr>
        <p:spPr>
          <a:xfrm>
            <a:off x="9875520" y="2078263"/>
            <a:ext cx="594300" cy="5943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"/>
          <p:cNvSpPr txBox="1"/>
          <p:nvPr/>
        </p:nvSpPr>
        <p:spPr>
          <a:xfrm>
            <a:off x="10625328" y="2059975"/>
            <a:ext cx="28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510" name="Google Shape;510;p5"/>
          <p:cNvSpPr txBox="1"/>
          <p:nvPr/>
        </p:nvSpPr>
        <p:spPr>
          <a:xfrm>
            <a:off x="10625328" y="2462311"/>
            <a:ext cx="3108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Acciones de la app</a:t>
            </a:r>
            <a:endParaRPr/>
          </a:p>
        </p:txBody>
      </p:sp>
      <p:sp>
        <p:nvSpPr>
          <p:cNvPr id="511" name="Google Shape;511;p5"/>
          <p:cNvSpPr/>
          <p:nvPr/>
        </p:nvSpPr>
        <p:spPr>
          <a:xfrm>
            <a:off x="9829800" y="2919511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5"/>
          <p:cNvSpPr/>
          <p:nvPr/>
        </p:nvSpPr>
        <p:spPr>
          <a:xfrm>
            <a:off x="9976104" y="3084103"/>
            <a:ext cx="384000" cy="3840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3" name="Google Shape;513;p5"/>
          <p:cNvSpPr txBox="1"/>
          <p:nvPr/>
        </p:nvSpPr>
        <p:spPr>
          <a:xfrm>
            <a:off x="10451592" y="3038383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Para que sirve</a:t>
            </a:r>
            <a:endParaRPr/>
          </a:p>
        </p:txBody>
      </p:sp>
      <p:sp>
        <p:nvSpPr>
          <p:cNvPr id="514" name="Google Shape;514;p5"/>
          <p:cNvSpPr txBox="1"/>
          <p:nvPr/>
        </p:nvSpPr>
        <p:spPr>
          <a:xfrm>
            <a:off x="10451592" y="3358423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Define que ocurre cuando el usuario interactua con la app.</a:t>
            </a:r>
            <a:endParaRPr/>
          </a:p>
        </p:txBody>
      </p:sp>
      <p:sp>
        <p:nvSpPr>
          <p:cNvPr id="515" name="Google Shape;515;p5"/>
          <p:cNvSpPr/>
          <p:nvPr/>
        </p:nvSpPr>
        <p:spPr>
          <a:xfrm>
            <a:off x="9829800" y="4199670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"/>
          <p:cNvSpPr/>
          <p:nvPr/>
        </p:nvSpPr>
        <p:spPr>
          <a:xfrm>
            <a:off x="9976104" y="4364262"/>
            <a:ext cx="384000" cy="3840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17" name="Google Shape;517;p5"/>
          <p:cNvSpPr txBox="1"/>
          <p:nvPr/>
        </p:nvSpPr>
        <p:spPr>
          <a:xfrm>
            <a:off x="10451592" y="4318542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Que sale</a:t>
            </a:r>
            <a:endParaRPr/>
          </a:p>
        </p:txBody>
      </p:sp>
      <p:sp>
        <p:nvSpPr>
          <p:cNvPr id="518" name="Google Shape;518;p5"/>
          <p:cNvSpPr txBox="1"/>
          <p:nvPr/>
        </p:nvSpPr>
        <p:spPr>
          <a:xfrm>
            <a:off x="10451592" y="4638583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Botones para abrir, editar, eliminar, agregar o ejecutar procesos.</a:t>
            </a:r>
            <a:endParaRPr/>
          </a:p>
        </p:txBody>
      </p:sp>
      <p:sp>
        <p:nvSpPr>
          <p:cNvPr id="519" name="Google Shape;519;p5"/>
          <p:cNvSpPr/>
          <p:nvPr/>
        </p:nvSpPr>
        <p:spPr>
          <a:xfrm>
            <a:off x="9829800" y="5479831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"/>
          <p:cNvSpPr/>
          <p:nvPr/>
        </p:nvSpPr>
        <p:spPr>
          <a:xfrm>
            <a:off x="9976104" y="5644423"/>
            <a:ext cx="384000" cy="3840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21" name="Google Shape;521;p5"/>
          <p:cNvSpPr txBox="1"/>
          <p:nvPr/>
        </p:nvSpPr>
        <p:spPr>
          <a:xfrm>
            <a:off x="10451592" y="5598703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Ejemplo de uso</a:t>
            </a:r>
            <a:endParaRPr/>
          </a:p>
        </p:txBody>
      </p:sp>
      <p:sp>
        <p:nvSpPr>
          <p:cNvPr id="522" name="Google Shape;522;p5"/>
          <p:cNvSpPr txBox="1"/>
          <p:nvPr/>
        </p:nvSpPr>
        <p:spPr>
          <a:xfrm>
            <a:off x="10451592" y="5918743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Boton para registrar llegada tarde o abrir el detalle del estudiante.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Automation en AppSheet</a:t>
            </a:r>
            <a:endParaRPr/>
          </a:p>
        </p:txBody>
      </p:sp>
      <p:sp>
        <p:nvSpPr>
          <p:cNvPr id="528" name="Google Shape;528;p6"/>
          <p:cNvSpPr txBox="1"/>
          <p:nvPr/>
        </p:nvSpPr>
        <p:spPr>
          <a:xfrm>
            <a:off x="438912" y="749808"/>
            <a:ext cx="9875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Procesos </a:t>
            </a:r>
            <a:r>
              <a:rPr b="1" lang="en-US" sz="2000">
                <a:solidFill>
                  <a:srgbClr val="1967D2"/>
                </a:solidFill>
              </a:rPr>
              <a:t>automáticos</a:t>
            </a:r>
            <a:endParaRPr/>
          </a:p>
        </p:txBody>
      </p:sp>
      <p:sp>
        <p:nvSpPr>
          <p:cNvPr id="529" name="Google Shape;529;p6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6"/>
          <p:cNvSpPr/>
          <p:nvPr/>
        </p:nvSpPr>
        <p:spPr>
          <a:xfrm>
            <a:off x="594360" y="1698742"/>
            <a:ext cx="86868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6"/>
          <p:cNvSpPr/>
          <p:nvPr/>
        </p:nvSpPr>
        <p:spPr>
          <a:xfrm>
            <a:off x="594360" y="1698742"/>
            <a:ext cx="8686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"/>
          <p:cNvSpPr txBox="1"/>
          <p:nvPr/>
        </p:nvSpPr>
        <p:spPr>
          <a:xfrm>
            <a:off x="822960" y="1835901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533" name="Google Shape;533;p6"/>
          <p:cNvSpPr txBox="1"/>
          <p:nvPr/>
        </p:nvSpPr>
        <p:spPr>
          <a:xfrm>
            <a:off x="2011680" y="1835901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534" name="Google Shape;534;p6"/>
          <p:cNvSpPr/>
          <p:nvPr/>
        </p:nvSpPr>
        <p:spPr>
          <a:xfrm>
            <a:off x="7040880" y="186333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6"/>
          <p:cNvSpPr/>
          <p:nvPr/>
        </p:nvSpPr>
        <p:spPr>
          <a:xfrm>
            <a:off x="7360920" y="186333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6"/>
          <p:cNvSpPr/>
          <p:nvPr/>
        </p:nvSpPr>
        <p:spPr>
          <a:xfrm>
            <a:off x="7680960" y="1863334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"/>
          <p:cNvSpPr/>
          <p:nvPr/>
        </p:nvSpPr>
        <p:spPr>
          <a:xfrm>
            <a:off x="8001000" y="1863334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6"/>
          <p:cNvSpPr/>
          <p:nvPr/>
        </p:nvSpPr>
        <p:spPr>
          <a:xfrm>
            <a:off x="8503920" y="1808469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6"/>
          <p:cNvSpPr txBox="1"/>
          <p:nvPr/>
        </p:nvSpPr>
        <p:spPr>
          <a:xfrm>
            <a:off x="8567928" y="1872478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540" name="Google Shape;540;p6"/>
          <p:cNvSpPr/>
          <p:nvPr/>
        </p:nvSpPr>
        <p:spPr>
          <a:xfrm>
            <a:off x="594360" y="2229093"/>
            <a:ext cx="1600200" cy="49104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6"/>
          <p:cNvSpPr txBox="1"/>
          <p:nvPr/>
        </p:nvSpPr>
        <p:spPr>
          <a:xfrm>
            <a:off x="822960" y="2549134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542" name="Google Shape;542;p6"/>
          <p:cNvSpPr txBox="1"/>
          <p:nvPr/>
        </p:nvSpPr>
        <p:spPr>
          <a:xfrm>
            <a:off x="1115568" y="2521702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543" name="Google Shape;543;p6"/>
          <p:cNvSpPr txBox="1"/>
          <p:nvPr/>
        </p:nvSpPr>
        <p:spPr>
          <a:xfrm>
            <a:off x="822960" y="2988046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544" name="Google Shape;544;p6"/>
          <p:cNvSpPr txBox="1"/>
          <p:nvPr/>
        </p:nvSpPr>
        <p:spPr>
          <a:xfrm>
            <a:off x="1115568" y="296061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545" name="Google Shape;545;p6"/>
          <p:cNvSpPr txBox="1"/>
          <p:nvPr/>
        </p:nvSpPr>
        <p:spPr>
          <a:xfrm>
            <a:off x="822960" y="3426958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546" name="Google Shape;546;p6"/>
          <p:cNvSpPr txBox="1"/>
          <p:nvPr/>
        </p:nvSpPr>
        <p:spPr>
          <a:xfrm>
            <a:off x="1115568" y="339952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547" name="Google Shape;547;p6"/>
          <p:cNvSpPr txBox="1"/>
          <p:nvPr/>
        </p:nvSpPr>
        <p:spPr>
          <a:xfrm>
            <a:off x="822960" y="3865870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548" name="Google Shape;548;p6"/>
          <p:cNvSpPr txBox="1"/>
          <p:nvPr/>
        </p:nvSpPr>
        <p:spPr>
          <a:xfrm>
            <a:off x="1115568" y="3838438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549" name="Google Shape;549;p6"/>
          <p:cNvSpPr/>
          <p:nvPr/>
        </p:nvSpPr>
        <p:spPr>
          <a:xfrm>
            <a:off x="768096" y="4249917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6"/>
          <p:cNvSpPr txBox="1"/>
          <p:nvPr/>
        </p:nvSpPr>
        <p:spPr>
          <a:xfrm>
            <a:off x="822960" y="4304782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551" name="Google Shape;551;p6"/>
          <p:cNvSpPr txBox="1"/>
          <p:nvPr/>
        </p:nvSpPr>
        <p:spPr>
          <a:xfrm>
            <a:off x="1115568" y="427734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552" name="Google Shape;552;p6"/>
          <p:cNvSpPr txBox="1"/>
          <p:nvPr/>
        </p:nvSpPr>
        <p:spPr>
          <a:xfrm>
            <a:off x="822960" y="4743694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553" name="Google Shape;553;p6"/>
          <p:cNvSpPr txBox="1"/>
          <p:nvPr/>
        </p:nvSpPr>
        <p:spPr>
          <a:xfrm>
            <a:off x="1115568" y="4716262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554" name="Google Shape;554;p6"/>
          <p:cNvSpPr txBox="1"/>
          <p:nvPr/>
        </p:nvSpPr>
        <p:spPr>
          <a:xfrm>
            <a:off x="822960" y="5182606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555" name="Google Shape;555;p6"/>
          <p:cNvSpPr txBox="1"/>
          <p:nvPr/>
        </p:nvSpPr>
        <p:spPr>
          <a:xfrm>
            <a:off x="1115568" y="515517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556" name="Google Shape;556;p6"/>
          <p:cNvSpPr txBox="1"/>
          <p:nvPr/>
        </p:nvSpPr>
        <p:spPr>
          <a:xfrm>
            <a:off x="822960" y="5621518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557" name="Google Shape;557;p6"/>
          <p:cNvSpPr txBox="1"/>
          <p:nvPr/>
        </p:nvSpPr>
        <p:spPr>
          <a:xfrm>
            <a:off x="1115568" y="559408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558" name="Google Shape;558;p6"/>
          <p:cNvSpPr txBox="1"/>
          <p:nvPr/>
        </p:nvSpPr>
        <p:spPr>
          <a:xfrm>
            <a:off x="2377440" y="244855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Bots</a:t>
            </a:r>
            <a:endParaRPr/>
          </a:p>
        </p:txBody>
      </p:sp>
      <p:sp>
        <p:nvSpPr>
          <p:cNvPr id="559" name="Google Shape;559;p6"/>
          <p:cNvSpPr txBox="1"/>
          <p:nvPr/>
        </p:nvSpPr>
        <p:spPr>
          <a:xfrm>
            <a:off x="3383280" y="244855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/>
          </a:p>
        </p:txBody>
      </p:sp>
      <p:sp>
        <p:nvSpPr>
          <p:cNvPr id="560" name="Google Shape;560;p6"/>
          <p:cNvSpPr txBox="1"/>
          <p:nvPr/>
        </p:nvSpPr>
        <p:spPr>
          <a:xfrm>
            <a:off x="4389120" y="244855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/>
          </a:p>
        </p:txBody>
      </p:sp>
      <p:sp>
        <p:nvSpPr>
          <p:cNvPr id="561" name="Google Shape;561;p6"/>
          <p:cNvSpPr txBox="1"/>
          <p:nvPr/>
        </p:nvSpPr>
        <p:spPr>
          <a:xfrm>
            <a:off x="5394960" y="2448550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/>
          </a:p>
        </p:txBody>
      </p:sp>
      <p:sp>
        <p:nvSpPr>
          <p:cNvPr id="562" name="Google Shape;562;p6"/>
          <p:cNvSpPr txBox="1"/>
          <p:nvPr/>
        </p:nvSpPr>
        <p:spPr>
          <a:xfrm>
            <a:off x="2377440" y="2860030"/>
            <a:ext cx="18288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Bots</a:t>
            </a:r>
            <a:endParaRPr/>
          </a:p>
        </p:txBody>
      </p:sp>
      <p:sp>
        <p:nvSpPr>
          <p:cNvPr id="563" name="Google Shape;563;p6"/>
          <p:cNvSpPr/>
          <p:nvPr/>
        </p:nvSpPr>
        <p:spPr>
          <a:xfrm>
            <a:off x="2377440" y="3271510"/>
            <a:ext cx="6217800" cy="14172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6"/>
          <p:cNvSpPr txBox="1"/>
          <p:nvPr/>
        </p:nvSpPr>
        <p:spPr>
          <a:xfrm>
            <a:off x="2606040" y="3408670"/>
            <a:ext cx="43890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Bot: Notificar llegadas tarde</a:t>
            </a:r>
            <a:endParaRPr/>
          </a:p>
        </p:txBody>
      </p:sp>
      <p:sp>
        <p:nvSpPr>
          <p:cNvPr id="565" name="Google Shape;565;p6"/>
          <p:cNvSpPr/>
          <p:nvPr/>
        </p:nvSpPr>
        <p:spPr>
          <a:xfrm>
            <a:off x="2606040" y="3774430"/>
            <a:ext cx="1417200" cy="6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B4C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6"/>
          <p:cNvSpPr txBox="1"/>
          <p:nvPr/>
        </p:nvSpPr>
        <p:spPr>
          <a:xfrm>
            <a:off x="2715768" y="3865870"/>
            <a:ext cx="11886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Evento</a:t>
            </a:r>
            <a:endParaRPr/>
          </a:p>
        </p:txBody>
      </p:sp>
      <p:sp>
        <p:nvSpPr>
          <p:cNvPr id="567" name="Google Shape;567;p6"/>
          <p:cNvSpPr txBox="1"/>
          <p:nvPr/>
        </p:nvSpPr>
        <p:spPr>
          <a:xfrm>
            <a:off x="2715768" y="4076182"/>
            <a:ext cx="1188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 agrega o actualiza un registro</a:t>
            </a:r>
            <a:endParaRPr/>
          </a:p>
        </p:txBody>
      </p:sp>
      <p:cxnSp>
        <p:nvCxnSpPr>
          <p:cNvPr id="568" name="Google Shape;568;p6"/>
          <p:cNvCxnSpPr/>
          <p:nvPr/>
        </p:nvCxnSpPr>
        <p:spPr>
          <a:xfrm>
            <a:off x="4096512" y="4094470"/>
            <a:ext cx="246900" cy="0"/>
          </a:xfrm>
          <a:prstGeom prst="straightConnector1">
            <a:avLst/>
          </a:prstGeom>
          <a:noFill/>
          <a:ln cap="flat" cmpd="sng" w="152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69" name="Google Shape;569;p6"/>
          <p:cNvSpPr/>
          <p:nvPr/>
        </p:nvSpPr>
        <p:spPr>
          <a:xfrm>
            <a:off x="4434840" y="3774430"/>
            <a:ext cx="1417200" cy="6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B4C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6"/>
          <p:cNvSpPr txBox="1"/>
          <p:nvPr/>
        </p:nvSpPr>
        <p:spPr>
          <a:xfrm>
            <a:off x="4544568" y="3865870"/>
            <a:ext cx="11886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/>
          </a:p>
        </p:txBody>
      </p:sp>
      <p:sp>
        <p:nvSpPr>
          <p:cNvPr id="571" name="Google Shape;571;p6"/>
          <p:cNvSpPr txBox="1"/>
          <p:nvPr/>
        </p:nvSpPr>
        <p:spPr>
          <a:xfrm>
            <a:off x="4544568" y="4076182"/>
            <a:ext cx="1188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Verificar numero de llegadas tarde</a:t>
            </a:r>
            <a:endParaRPr/>
          </a:p>
        </p:txBody>
      </p:sp>
      <p:cxnSp>
        <p:nvCxnSpPr>
          <p:cNvPr id="572" name="Google Shape;572;p6"/>
          <p:cNvCxnSpPr/>
          <p:nvPr/>
        </p:nvCxnSpPr>
        <p:spPr>
          <a:xfrm>
            <a:off x="5925312" y="4094470"/>
            <a:ext cx="246900" cy="0"/>
          </a:xfrm>
          <a:prstGeom prst="straightConnector1">
            <a:avLst/>
          </a:prstGeom>
          <a:noFill/>
          <a:ln cap="flat" cmpd="sng" w="152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73" name="Google Shape;573;p6"/>
          <p:cNvSpPr/>
          <p:nvPr/>
        </p:nvSpPr>
        <p:spPr>
          <a:xfrm>
            <a:off x="6263640" y="3774430"/>
            <a:ext cx="1417200" cy="6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B4C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6"/>
          <p:cNvSpPr txBox="1"/>
          <p:nvPr/>
        </p:nvSpPr>
        <p:spPr>
          <a:xfrm>
            <a:off x="6373368" y="3865870"/>
            <a:ext cx="11886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Accion</a:t>
            </a:r>
            <a:endParaRPr/>
          </a:p>
        </p:txBody>
      </p:sp>
      <p:sp>
        <p:nvSpPr>
          <p:cNvPr id="575" name="Google Shape;575;p6"/>
          <p:cNvSpPr txBox="1"/>
          <p:nvPr/>
        </p:nvSpPr>
        <p:spPr>
          <a:xfrm>
            <a:off x="6373368" y="4076182"/>
            <a:ext cx="118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Enviar correo al docente</a:t>
            </a:r>
            <a:endParaRPr/>
          </a:p>
        </p:txBody>
      </p:sp>
      <p:sp>
        <p:nvSpPr>
          <p:cNvPr id="576" name="Google Shape;576;p6"/>
          <p:cNvSpPr/>
          <p:nvPr/>
        </p:nvSpPr>
        <p:spPr>
          <a:xfrm>
            <a:off x="2377440" y="4963150"/>
            <a:ext cx="62178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6"/>
          <p:cNvSpPr txBox="1"/>
          <p:nvPr/>
        </p:nvSpPr>
        <p:spPr>
          <a:xfrm>
            <a:off x="2606040" y="5082022"/>
            <a:ext cx="3108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Recordatorio de tareas</a:t>
            </a:r>
            <a:endParaRPr/>
          </a:p>
        </p:txBody>
      </p:sp>
      <p:sp>
        <p:nvSpPr>
          <p:cNvPr id="578" name="Google Shape;578;p6"/>
          <p:cNvSpPr txBox="1"/>
          <p:nvPr/>
        </p:nvSpPr>
        <p:spPr>
          <a:xfrm>
            <a:off x="6583679" y="5082022"/>
            <a:ext cx="731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OFF</a:t>
            </a:r>
            <a:endParaRPr/>
          </a:p>
        </p:txBody>
      </p:sp>
      <p:sp>
        <p:nvSpPr>
          <p:cNvPr id="579" name="Google Shape;579;p6"/>
          <p:cNvSpPr/>
          <p:nvPr/>
        </p:nvSpPr>
        <p:spPr>
          <a:xfrm>
            <a:off x="2377440" y="5493502"/>
            <a:ext cx="62178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6"/>
          <p:cNvSpPr txBox="1"/>
          <p:nvPr/>
        </p:nvSpPr>
        <p:spPr>
          <a:xfrm>
            <a:off x="2606040" y="5612374"/>
            <a:ext cx="3108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Generar reporte semanal</a:t>
            </a:r>
            <a:endParaRPr/>
          </a:p>
        </p:txBody>
      </p:sp>
      <p:sp>
        <p:nvSpPr>
          <p:cNvPr id="581" name="Google Shape;581;p6"/>
          <p:cNvSpPr txBox="1"/>
          <p:nvPr/>
        </p:nvSpPr>
        <p:spPr>
          <a:xfrm>
            <a:off x="6583679" y="5612374"/>
            <a:ext cx="731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OFF</a:t>
            </a:r>
            <a:endParaRPr/>
          </a:p>
        </p:txBody>
      </p:sp>
      <p:sp>
        <p:nvSpPr>
          <p:cNvPr id="582" name="Google Shape;582;p6"/>
          <p:cNvSpPr/>
          <p:nvPr/>
        </p:nvSpPr>
        <p:spPr>
          <a:xfrm>
            <a:off x="9555480" y="1698742"/>
            <a:ext cx="46176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6"/>
          <p:cNvSpPr/>
          <p:nvPr/>
        </p:nvSpPr>
        <p:spPr>
          <a:xfrm>
            <a:off x="9875520" y="1927342"/>
            <a:ext cx="594300" cy="5943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6"/>
          <p:cNvSpPr txBox="1"/>
          <p:nvPr/>
        </p:nvSpPr>
        <p:spPr>
          <a:xfrm>
            <a:off x="10625328" y="1909054"/>
            <a:ext cx="28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585" name="Google Shape;585;p6"/>
          <p:cNvSpPr txBox="1"/>
          <p:nvPr/>
        </p:nvSpPr>
        <p:spPr>
          <a:xfrm>
            <a:off x="10625328" y="2311390"/>
            <a:ext cx="3108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Procesos automaticos</a:t>
            </a:r>
            <a:endParaRPr/>
          </a:p>
        </p:txBody>
      </p:sp>
      <p:sp>
        <p:nvSpPr>
          <p:cNvPr id="586" name="Google Shape;586;p6"/>
          <p:cNvSpPr/>
          <p:nvPr/>
        </p:nvSpPr>
        <p:spPr>
          <a:xfrm>
            <a:off x="9829800" y="2768590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6"/>
          <p:cNvSpPr/>
          <p:nvPr/>
        </p:nvSpPr>
        <p:spPr>
          <a:xfrm>
            <a:off x="9976104" y="2933182"/>
            <a:ext cx="384000" cy="3840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88" name="Google Shape;588;p6"/>
          <p:cNvSpPr txBox="1"/>
          <p:nvPr/>
        </p:nvSpPr>
        <p:spPr>
          <a:xfrm>
            <a:off x="10451592" y="2887462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Para que sirve</a:t>
            </a:r>
            <a:endParaRPr/>
          </a:p>
        </p:txBody>
      </p:sp>
      <p:sp>
        <p:nvSpPr>
          <p:cNvPr id="589" name="Google Shape;589;p6"/>
          <p:cNvSpPr txBox="1"/>
          <p:nvPr/>
        </p:nvSpPr>
        <p:spPr>
          <a:xfrm>
            <a:off x="10451592" y="3207502"/>
            <a:ext cx="32004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Automatiza tareas repetitivas de la app.</a:t>
            </a:r>
            <a:endParaRPr/>
          </a:p>
        </p:txBody>
      </p:sp>
      <p:sp>
        <p:nvSpPr>
          <p:cNvPr id="590" name="Google Shape;590;p6"/>
          <p:cNvSpPr/>
          <p:nvPr/>
        </p:nvSpPr>
        <p:spPr>
          <a:xfrm>
            <a:off x="9829800" y="4048749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"/>
          <p:cNvSpPr/>
          <p:nvPr/>
        </p:nvSpPr>
        <p:spPr>
          <a:xfrm>
            <a:off x="9976104" y="4213341"/>
            <a:ext cx="384000" cy="3840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92" name="Google Shape;592;p6"/>
          <p:cNvSpPr txBox="1"/>
          <p:nvPr/>
        </p:nvSpPr>
        <p:spPr>
          <a:xfrm>
            <a:off x="10451592" y="4167621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Que sale</a:t>
            </a:r>
            <a:endParaRPr/>
          </a:p>
        </p:txBody>
      </p:sp>
      <p:sp>
        <p:nvSpPr>
          <p:cNvPr id="593" name="Google Shape;593;p6"/>
          <p:cNvSpPr txBox="1"/>
          <p:nvPr/>
        </p:nvSpPr>
        <p:spPr>
          <a:xfrm>
            <a:off x="10451592" y="4487662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Bots, eventos, procesos y tareas: correo, aviso o reporte.</a:t>
            </a:r>
            <a:endParaRPr/>
          </a:p>
        </p:txBody>
      </p:sp>
      <p:sp>
        <p:nvSpPr>
          <p:cNvPr id="594" name="Google Shape;594;p6"/>
          <p:cNvSpPr/>
          <p:nvPr/>
        </p:nvSpPr>
        <p:spPr>
          <a:xfrm>
            <a:off x="9829800" y="5328910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6"/>
          <p:cNvSpPr/>
          <p:nvPr/>
        </p:nvSpPr>
        <p:spPr>
          <a:xfrm>
            <a:off x="9976104" y="5493502"/>
            <a:ext cx="384000" cy="3840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96" name="Google Shape;596;p6"/>
          <p:cNvSpPr txBox="1"/>
          <p:nvPr/>
        </p:nvSpPr>
        <p:spPr>
          <a:xfrm>
            <a:off x="10451592" y="5447782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Ejemplo de uso</a:t>
            </a:r>
            <a:endParaRPr/>
          </a:p>
        </p:txBody>
      </p:sp>
      <p:sp>
        <p:nvSpPr>
          <p:cNvPr id="597" name="Google Shape;597;p6"/>
          <p:cNvSpPr txBox="1"/>
          <p:nvPr/>
        </p:nvSpPr>
        <p:spPr>
          <a:xfrm>
            <a:off x="10451592" y="5767822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Enviar alerta si un estudiante acumula llegadas tarde.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Security en AppSheet</a:t>
            </a:r>
            <a:endParaRPr/>
          </a:p>
        </p:txBody>
      </p:sp>
      <p:sp>
        <p:nvSpPr>
          <p:cNvPr id="603" name="Google Shape;603;p7"/>
          <p:cNvSpPr txBox="1"/>
          <p:nvPr/>
        </p:nvSpPr>
        <p:spPr>
          <a:xfrm>
            <a:off x="438912" y="749808"/>
            <a:ext cx="9875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Control de acceso y </a:t>
            </a:r>
            <a:r>
              <a:rPr b="1" lang="en-US" sz="2000">
                <a:solidFill>
                  <a:srgbClr val="1967D2"/>
                </a:solidFill>
              </a:rPr>
              <a:t>protección</a:t>
            </a:r>
            <a:endParaRPr/>
          </a:p>
        </p:txBody>
      </p:sp>
      <p:sp>
        <p:nvSpPr>
          <p:cNvPr id="604" name="Google Shape;604;p7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7"/>
          <p:cNvSpPr/>
          <p:nvPr/>
        </p:nvSpPr>
        <p:spPr>
          <a:xfrm>
            <a:off x="594360" y="1805274"/>
            <a:ext cx="86868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7"/>
          <p:cNvSpPr/>
          <p:nvPr/>
        </p:nvSpPr>
        <p:spPr>
          <a:xfrm>
            <a:off x="594360" y="1805274"/>
            <a:ext cx="8686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7"/>
          <p:cNvSpPr txBox="1"/>
          <p:nvPr/>
        </p:nvSpPr>
        <p:spPr>
          <a:xfrm>
            <a:off x="822960" y="1942433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608" name="Google Shape;608;p7"/>
          <p:cNvSpPr txBox="1"/>
          <p:nvPr/>
        </p:nvSpPr>
        <p:spPr>
          <a:xfrm>
            <a:off x="2011680" y="1942433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609" name="Google Shape;609;p7"/>
          <p:cNvSpPr/>
          <p:nvPr/>
        </p:nvSpPr>
        <p:spPr>
          <a:xfrm>
            <a:off x="7040880" y="1969866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7"/>
          <p:cNvSpPr/>
          <p:nvPr/>
        </p:nvSpPr>
        <p:spPr>
          <a:xfrm>
            <a:off x="7360920" y="1969866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7"/>
          <p:cNvSpPr/>
          <p:nvPr/>
        </p:nvSpPr>
        <p:spPr>
          <a:xfrm>
            <a:off x="7680960" y="1969866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7"/>
          <p:cNvSpPr/>
          <p:nvPr/>
        </p:nvSpPr>
        <p:spPr>
          <a:xfrm>
            <a:off x="8001000" y="1969866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7"/>
          <p:cNvSpPr/>
          <p:nvPr/>
        </p:nvSpPr>
        <p:spPr>
          <a:xfrm>
            <a:off x="8503920" y="1915001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7"/>
          <p:cNvSpPr txBox="1"/>
          <p:nvPr/>
        </p:nvSpPr>
        <p:spPr>
          <a:xfrm>
            <a:off x="8567928" y="1979010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615" name="Google Shape;615;p7"/>
          <p:cNvSpPr/>
          <p:nvPr/>
        </p:nvSpPr>
        <p:spPr>
          <a:xfrm>
            <a:off x="594360" y="2335625"/>
            <a:ext cx="1600200" cy="49104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7"/>
          <p:cNvSpPr txBox="1"/>
          <p:nvPr/>
        </p:nvSpPr>
        <p:spPr>
          <a:xfrm>
            <a:off x="822960" y="2655666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17" name="Google Shape;617;p7"/>
          <p:cNvSpPr txBox="1"/>
          <p:nvPr/>
        </p:nvSpPr>
        <p:spPr>
          <a:xfrm>
            <a:off x="1115568" y="262823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618" name="Google Shape;618;p7"/>
          <p:cNvSpPr txBox="1"/>
          <p:nvPr/>
        </p:nvSpPr>
        <p:spPr>
          <a:xfrm>
            <a:off x="822960" y="3094578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19" name="Google Shape;619;p7"/>
          <p:cNvSpPr txBox="1"/>
          <p:nvPr/>
        </p:nvSpPr>
        <p:spPr>
          <a:xfrm>
            <a:off x="1115568" y="306714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620" name="Google Shape;620;p7"/>
          <p:cNvSpPr txBox="1"/>
          <p:nvPr/>
        </p:nvSpPr>
        <p:spPr>
          <a:xfrm>
            <a:off x="822960" y="3533490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21" name="Google Shape;621;p7"/>
          <p:cNvSpPr txBox="1"/>
          <p:nvPr/>
        </p:nvSpPr>
        <p:spPr>
          <a:xfrm>
            <a:off x="1115568" y="3506058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622" name="Google Shape;622;p7"/>
          <p:cNvSpPr txBox="1"/>
          <p:nvPr/>
        </p:nvSpPr>
        <p:spPr>
          <a:xfrm>
            <a:off x="822960" y="3972402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23" name="Google Shape;623;p7"/>
          <p:cNvSpPr txBox="1"/>
          <p:nvPr/>
        </p:nvSpPr>
        <p:spPr>
          <a:xfrm>
            <a:off x="1115568" y="3944970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624" name="Google Shape;624;p7"/>
          <p:cNvSpPr txBox="1"/>
          <p:nvPr/>
        </p:nvSpPr>
        <p:spPr>
          <a:xfrm>
            <a:off x="822960" y="4411314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25" name="Google Shape;625;p7"/>
          <p:cNvSpPr txBox="1"/>
          <p:nvPr/>
        </p:nvSpPr>
        <p:spPr>
          <a:xfrm>
            <a:off x="1115568" y="4383881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626" name="Google Shape;626;p7"/>
          <p:cNvSpPr/>
          <p:nvPr/>
        </p:nvSpPr>
        <p:spPr>
          <a:xfrm>
            <a:off x="768096" y="4795362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7"/>
          <p:cNvSpPr txBox="1"/>
          <p:nvPr/>
        </p:nvSpPr>
        <p:spPr>
          <a:xfrm>
            <a:off x="822960" y="4850226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28" name="Google Shape;628;p7"/>
          <p:cNvSpPr txBox="1"/>
          <p:nvPr/>
        </p:nvSpPr>
        <p:spPr>
          <a:xfrm>
            <a:off x="1115568" y="4822794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629" name="Google Shape;629;p7"/>
          <p:cNvSpPr txBox="1"/>
          <p:nvPr/>
        </p:nvSpPr>
        <p:spPr>
          <a:xfrm>
            <a:off x="822960" y="5289138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30" name="Google Shape;630;p7"/>
          <p:cNvSpPr txBox="1"/>
          <p:nvPr/>
        </p:nvSpPr>
        <p:spPr>
          <a:xfrm>
            <a:off x="1115568" y="526170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631" name="Google Shape;631;p7"/>
          <p:cNvSpPr txBox="1"/>
          <p:nvPr/>
        </p:nvSpPr>
        <p:spPr>
          <a:xfrm>
            <a:off x="822960" y="5728050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32" name="Google Shape;632;p7"/>
          <p:cNvSpPr txBox="1"/>
          <p:nvPr/>
        </p:nvSpPr>
        <p:spPr>
          <a:xfrm>
            <a:off x="1115568" y="5700618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633" name="Google Shape;633;p7"/>
          <p:cNvSpPr txBox="1"/>
          <p:nvPr/>
        </p:nvSpPr>
        <p:spPr>
          <a:xfrm>
            <a:off x="2377440" y="2555082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634" name="Google Shape;634;p7"/>
          <p:cNvSpPr txBox="1"/>
          <p:nvPr/>
        </p:nvSpPr>
        <p:spPr>
          <a:xfrm>
            <a:off x="3474720" y="2555082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/>
          </a:p>
        </p:txBody>
      </p:sp>
      <p:sp>
        <p:nvSpPr>
          <p:cNvPr id="635" name="Google Shape;635;p7"/>
          <p:cNvSpPr txBox="1"/>
          <p:nvPr/>
        </p:nvSpPr>
        <p:spPr>
          <a:xfrm>
            <a:off x="4572000" y="2555082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endParaRPr/>
          </a:p>
        </p:txBody>
      </p:sp>
      <p:sp>
        <p:nvSpPr>
          <p:cNvPr id="636" name="Google Shape;636;p7"/>
          <p:cNvSpPr txBox="1"/>
          <p:nvPr/>
        </p:nvSpPr>
        <p:spPr>
          <a:xfrm>
            <a:off x="5669279" y="2555082"/>
            <a:ext cx="914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/>
          </a:p>
        </p:txBody>
      </p:sp>
      <p:sp>
        <p:nvSpPr>
          <p:cNvPr id="637" name="Google Shape;637;p7"/>
          <p:cNvSpPr txBox="1"/>
          <p:nvPr/>
        </p:nvSpPr>
        <p:spPr>
          <a:xfrm>
            <a:off x="2377440" y="2966562"/>
            <a:ext cx="2743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 settings</a:t>
            </a:r>
            <a:endParaRPr/>
          </a:p>
        </p:txBody>
      </p:sp>
      <p:sp>
        <p:nvSpPr>
          <p:cNvPr id="638" name="Google Shape;638;p7"/>
          <p:cNvSpPr/>
          <p:nvPr/>
        </p:nvSpPr>
        <p:spPr>
          <a:xfrm>
            <a:off x="2377440" y="3378042"/>
            <a:ext cx="4297800" cy="56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7"/>
          <p:cNvSpPr txBox="1"/>
          <p:nvPr/>
        </p:nvSpPr>
        <p:spPr>
          <a:xfrm>
            <a:off x="2606040" y="3487770"/>
            <a:ext cx="23775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User access</a:t>
            </a:r>
            <a:endParaRPr/>
          </a:p>
        </p:txBody>
      </p:sp>
      <p:sp>
        <p:nvSpPr>
          <p:cNvPr id="640" name="Google Shape;640;p7"/>
          <p:cNvSpPr txBox="1"/>
          <p:nvPr/>
        </p:nvSpPr>
        <p:spPr>
          <a:xfrm>
            <a:off x="2606040" y="3698082"/>
            <a:ext cx="3474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Quien puede entrar a la app</a:t>
            </a:r>
            <a:endParaRPr/>
          </a:p>
        </p:txBody>
      </p:sp>
      <p:sp>
        <p:nvSpPr>
          <p:cNvPr id="641" name="Google Shape;641;p7"/>
          <p:cNvSpPr/>
          <p:nvPr/>
        </p:nvSpPr>
        <p:spPr>
          <a:xfrm>
            <a:off x="2377440" y="4127850"/>
            <a:ext cx="4297800" cy="56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7"/>
          <p:cNvSpPr txBox="1"/>
          <p:nvPr/>
        </p:nvSpPr>
        <p:spPr>
          <a:xfrm>
            <a:off x="2606040" y="4237578"/>
            <a:ext cx="23775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Sign-in options</a:t>
            </a:r>
            <a:endParaRPr/>
          </a:p>
        </p:txBody>
      </p:sp>
      <p:sp>
        <p:nvSpPr>
          <p:cNvPr id="643" name="Google Shape;643;p7"/>
          <p:cNvSpPr txBox="1"/>
          <p:nvPr/>
        </p:nvSpPr>
        <p:spPr>
          <a:xfrm>
            <a:off x="2606040" y="4447890"/>
            <a:ext cx="3474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Metodo de autenticacion</a:t>
            </a:r>
            <a:endParaRPr/>
          </a:p>
        </p:txBody>
      </p:sp>
      <p:sp>
        <p:nvSpPr>
          <p:cNvPr id="644" name="Google Shape;644;p7"/>
          <p:cNvSpPr/>
          <p:nvPr/>
        </p:nvSpPr>
        <p:spPr>
          <a:xfrm>
            <a:off x="2377440" y="4877658"/>
            <a:ext cx="4297800" cy="56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7"/>
          <p:cNvSpPr txBox="1"/>
          <p:nvPr/>
        </p:nvSpPr>
        <p:spPr>
          <a:xfrm>
            <a:off x="2606040" y="4987386"/>
            <a:ext cx="23775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Data access and permissions</a:t>
            </a:r>
            <a:endParaRPr/>
          </a:p>
        </p:txBody>
      </p:sp>
      <p:sp>
        <p:nvSpPr>
          <p:cNvPr id="646" name="Google Shape;646;p7"/>
          <p:cNvSpPr txBox="1"/>
          <p:nvPr/>
        </p:nvSpPr>
        <p:spPr>
          <a:xfrm>
            <a:off x="2606040" y="5197698"/>
            <a:ext cx="3474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Que datos puede ver cada usuario</a:t>
            </a:r>
            <a:endParaRPr/>
          </a:p>
        </p:txBody>
      </p:sp>
      <p:sp>
        <p:nvSpPr>
          <p:cNvPr id="647" name="Google Shape;647;p7"/>
          <p:cNvSpPr/>
          <p:nvPr/>
        </p:nvSpPr>
        <p:spPr>
          <a:xfrm>
            <a:off x="6949440" y="3378042"/>
            <a:ext cx="1371600" cy="20118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7"/>
          <p:cNvSpPr txBox="1"/>
          <p:nvPr/>
        </p:nvSpPr>
        <p:spPr>
          <a:xfrm>
            <a:off x="7068312" y="3515202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Resumen</a:t>
            </a:r>
            <a:endParaRPr/>
          </a:p>
        </p:txBody>
      </p:sp>
      <p:sp>
        <p:nvSpPr>
          <p:cNvPr id="649" name="Google Shape;649;p7"/>
          <p:cNvSpPr txBox="1"/>
          <p:nvPr/>
        </p:nvSpPr>
        <p:spPr>
          <a:xfrm>
            <a:off x="7086600" y="3880962"/>
            <a:ext cx="100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endParaRPr/>
          </a:p>
        </p:txBody>
      </p:sp>
      <p:sp>
        <p:nvSpPr>
          <p:cNvPr id="650" name="Google Shape;650;p7"/>
          <p:cNvSpPr txBox="1"/>
          <p:nvPr/>
        </p:nvSpPr>
        <p:spPr>
          <a:xfrm>
            <a:off x="7086600" y="4201001"/>
            <a:ext cx="100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Sign-in</a:t>
            </a:r>
            <a:endParaRPr/>
          </a:p>
        </p:txBody>
      </p:sp>
      <p:sp>
        <p:nvSpPr>
          <p:cNvPr id="651" name="Google Shape;651;p7"/>
          <p:cNvSpPr txBox="1"/>
          <p:nvPr/>
        </p:nvSpPr>
        <p:spPr>
          <a:xfrm>
            <a:off x="7086600" y="4521042"/>
            <a:ext cx="100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Filters</a:t>
            </a:r>
            <a:endParaRPr/>
          </a:p>
        </p:txBody>
      </p:sp>
      <p:sp>
        <p:nvSpPr>
          <p:cNvPr id="652" name="Google Shape;652;p7"/>
          <p:cNvSpPr txBox="1"/>
          <p:nvPr/>
        </p:nvSpPr>
        <p:spPr>
          <a:xfrm>
            <a:off x="7086600" y="4841082"/>
            <a:ext cx="100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Columns</a:t>
            </a:r>
            <a:endParaRPr/>
          </a:p>
        </p:txBody>
      </p:sp>
      <p:sp>
        <p:nvSpPr>
          <p:cNvPr id="653" name="Google Shape;653;p7"/>
          <p:cNvSpPr/>
          <p:nvPr/>
        </p:nvSpPr>
        <p:spPr>
          <a:xfrm>
            <a:off x="9555480" y="1805274"/>
            <a:ext cx="46176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7"/>
          <p:cNvSpPr/>
          <p:nvPr/>
        </p:nvSpPr>
        <p:spPr>
          <a:xfrm>
            <a:off x="9875520" y="2033874"/>
            <a:ext cx="594300" cy="594300"/>
          </a:xfrm>
          <a:prstGeom prst="ellipse">
            <a:avLst/>
          </a:prstGeom>
          <a:solidFill>
            <a:srgbClr val="D32F2F"/>
          </a:solidFill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7"/>
          <p:cNvSpPr txBox="1"/>
          <p:nvPr/>
        </p:nvSpPr>
        <p:spPr>
          <a:xfrm>
            <a:off x="10625328" y="2015586"/>
            <a:ext cx="28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656" name="Google Shape;656;p7"/>
          <p:cNvSpPr txBox="1"/>
          <p:nvPr/>
        </p:nvSpPr>
        <p:spPr>
          <a:xfrm>
            <a:off x="10625328" y="2417922"/>
            <a:ext cx="3108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Control de acceso y proteccion</a:t>
            </a:r>
            <a:endParaRPr/>
          </a:p>
        </p:txBody>
      </p:sp>
      <p:sp>
        <p:nvSpPr>
          <p:cNvPr id="657" name="Google Shape;657;p7"/>
          <p:cNvSpPr/>
          <p:nvPr/>
        </p:nvSpPr>
        <p:spPr>
          <a:xfrm>
            <a:off x="9829800" y="2875122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7"/>
          <p:cNvSpPr/>
          <p:nvPr/>
        </p:nvSpPr>
        <p:spPr>
          <a:xfrm>
            <a:off x="9976104" y="3039714"/>
            <a:ext cx="384000" cy="3840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59" name="Google Shape;659;p7"/>
          <p:cNvSpPr txBox="1"/>
          <p:nvPr/>
        </p:nvSpPr>
        <p:spPr>
          <a:xfrm>
            <a:off x="10451592" y="2993994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Para que sirve</a:t>
            </a:r>
            <a:endParaRPr/>
          </a:p>
        </p:txBody>
      </p:sp>
      <p:sp>
        <p:nvSpPr>
          <p:cNvPr id="660" name="Google Shape;660;p7"/>
          <p:cNvSpPr txBox="1"/>
          <p:nvPr/>
        </p:nvSpPr>
        <p:spPr>
          <a:xfrm>
            <a:off x="10451592" y="3314034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Controla quien entra y que informacion puede ver.</a:t>
            </a:r>
            <a:endParaRPr/>
          </a:p>
        </p:txBody>
      </p:sp>
      <p:sp>
        <p:nvSpPr>
          <p:cNvPr id="661" name="Google Shape;661;p7"/>
          <p:cNvSpPr/>
          <p:nvPr/>
        </p:nvSpPr>
        <p:spPr>
          <a:xfrm>
            <a:off x="9829800" y="4155281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7"/>
          <p:cNvSpPr/>
          <p:nvPr/>
        </p:nvSpPr>
        <p:spPr>
          <a:xfrm>
            <a:off x="9976104" y="4319873"/>
            <a:ext cx="384000" cy="3840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63" name="Google Shape;663;p7"/>
          <p:cNvSpPr txBox="1"/>
          <p:nvPr/>
        </p:nvSpPr>
        <p:spPr>
          <a:xfrm>
            <a:off x="10451592" y="4274153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Que sale</a:t>
            </a:r>
            <a:endParaRPr/>
          </a:p>
        </p:txBody>
      </p:sp>
      <p:sp>
        <p:nvSpPr>
          <p:cNvPr id="664" name="Google Shape;664;p7"/>
          <p:cNvSpPr txBox="1"/>
          <p:nvPr/>
        </p:nvSpPr>
        <p:spPr>
          <a:xfrm>
            <a:off x="10451592" y="4594194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Usuarios, inicio de sesion, permisos, filtros y columnas.</a:t>
            </a:r>
            <a:endParaRPr/>
          </a:p>
        </p:txBody>
      </p:sp>
      <p:sp>
        <p:nvSpPr>
          <p:cNvPr id="665" name="Google Shape;665;p7"/>
          <p:cNvSpPr/>
          <p:nvPr/>
        </p:nvSpPr>
        <p:spPr>
          <a:xfrm>
            <a:off x="9829800" y="5435442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7"/>
          <p:cNvSpPr/>
          <p:nvPr/>
        </p:nvSpPr>
        <p:spPr>
          <a:xfrm>
            <a:off x="9976104" y="5600034"/>
            <a:ext cx="384000" cy="3840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67" name="Google Shape;667;p7"/>
          <p:cNvSpPr txBox="1"/>
          <p:nvPr/>
        </p:nvSpPr>
        <p:spPr>
          <a:xfrm>
            <a:off x="10451592" y="5554314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Ejemplo de uso</a:t>
            </a:r>
            <a:endParaRPr/>
          </a:p>
        </p:txBody>
      </p:sp>
      <p:sp>
        <p:nvSpPr>
          <p:cNvPr id="668" name="Google Shape;668;p7"/>
          <p:cNvSpPr txBox="1"/>
          <p:nvPr/>
        </p:nvSpPr>
        <p:spPr>
          <a:xfrm>
            <a:off x="10451592" y="5874354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Coordinacion ve reportes; docentes ven solo sus cursos.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Intelligence en AppSheet</a:t>
            </a:r>
            <a:endParaRPr/>
          </a:p>
        </p:txBody>
      </p:sp>
      <p:sp>
        <p:nvSpPr>
          <p:cNvPr id="674" name="Google Shape;674;p8"/>
          <p:cNvSpPr txBox="1"/>
          <p:nvPr/>
        </p:nvSpPr>
        <p:spPr>
          <a:xfrm>
            <a:off x="438912" y="74980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Funciones inteligentes</a:t>
            </a:r>
            <a:endParaRPr/>
          </a:p>
        </p:txBody>
      </p:sp>
      <p:sp>
        <p:nvSpPr>
          <p:cNvPr id="675" name="Google Shape;675;p8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8"/>
          <p:cNvSpPr/>
          <p:nvPr/>
        </p:nvSpPr>
        <p:spPr>
          <a:xfrm>
            <a:off x="594360" y="2204769"/>
            <a:ext cx="86868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8"/>
          <p:cNvSpPr/>
          <p:nvPr/>
        </p:nvSpPr>
        <p:spPr>
          <a:xfrm>
            <a:off x="594360" y="2204769"/>
            <a:ext cx="8686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8"/>
          <p:cNvSpPr txBox="1"/>
          <p:nvPr/>
        </p:nvSpPr>
        <p:spPr>
          <a:xfrm>
            <a:off x="822960" y="2341928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679" name="Google Shape;679;p8"/>
          <p:cNvSpPr txBox="1"/>
          <p:nvPr/>
        </p:nvSpPr>
        <p:spPr>
          <a:xfrm>
            <a:off x="2011680" y="2341928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680" name="Google Shape;680;p8"/>
          <p:cNvSpPr/>
          <p:nvPr/>
        </p:nvSpPr>
        <p:spPr>
          <a:xfrm>
            <a:off x="7040880" y="2369361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8"/>
          <p:cNvSpPr/>
          <p:nvPr/>
        </p:nvSpPr>
        <p:spPr>
          <a:xfrm>
            <a:off x="7360920" y="2369361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8"/>
          <p:cNvSpPr/>
          <p:nvPr/>
        </p:nvSpPr>
        <p:spPr>
          <a:xfrm>
            <a:off x="7680960" y="2369361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8"/>
          <p:cNvSpPr/>
          <p:nvPr/>
        </p:nvSpPr>
        <p:spPr>
          <a:xfrm>
            <a:off x="8001000" y="2369361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8"/>
          <p:cNvSpPr/>
          <p:nvPr/>
        </p:nvSpPr>
        <p:spPr>
          <a:xfrm>
            <a:off x="8503920" y="2314496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8"/>
          <p:cNvSpPr txBox="1"/>
          <p:nvPr/>
        </p:nvSpPr>
        <p:spPr>
          <a:xfrm>
            <a:off x="8567928" y="2378505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686" name="Google Shape;686;p8"/>
          <p:cNvSpPr/>
          <p:nvPr/>
        </p:nvSpPr>
        <p:spPr>
          <a:xfrm>
            <a:off x="594360" y="2735120"/>
            <a:ext cx="1600200" cy="49104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8"/>
          <p:cNvSpPr txBox="1"/>
          <p:nvPr/>
        </p:nvSpPr>
        <p:spPr>
          <a:xfrm>
            <a:off x="822960" y="3055161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88" name="Google Shape;688;p8"/>
          <p:cNvSpPr txBox="1"/>
          <p:nvPr/>
        </p:nvSpPr>
        <p:spPr>
          <a:xfrm>
            <a:off x="1115568" y="302772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689" name="Google Shape;689;p8"/>
          <p:cNvSpPr txBox="1"/>
          <p:nvPr/>
        </p:nvSpPr>
        <p:spPr>
          <a:xfrm>
            <a:off x="822960" y="3494073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90" name="Google Shape;690;p8"/>
          <p:cNvSpPr txBox="1"/>
          <p:nvPr/>
        </p:nvSpPr>
        <p:spPr>
          <a:xfrm>
            <a:off x="1115568" y="3466641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691" name="Google Shape;691;p8"/>
          <p:cNvSpPr txBox="1"/>
          <p:nvPr/>
        </p:nvSpPr>
        <p:spPr>
          <a:xfrm>
            <a:off x="822960" y="3932985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92" name="Google Shape;692;p8"/>
          <p:cNvSpPr txBox="1"/>
          <p:nvPr/>
        </p:nvSpPr>
        <p:spPr>
          <a:xfrm>
            <a:off x="1115568" y="3905553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693" name="Google Shape;693;p8"/>
          <p:cNvSpPr txBox="1"/>
          <p:nvPr/>
        </p:nvSpPr>
        <p:spPr>
          <a:xfrm>
            <a:off x="822960" y="4371897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94" name="Google Shape;694;p8"/>
          <p:cNvSpPr txBox="1"/>
          <p:nvPr/>
        </p:nvSpPr>
        <p:spPr>
          <a:xfrm>
            <a:off x="1115568" y="4344465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695" name="Google Shape;695;p8"/>
          <p:cNvSpPr txBox="1"/>
          <p:nvPr/>
        </p:nvSpPr>
        <p:spPr>
          <a:xfrm>
            <a:off x="822960" y="4810809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96" name="Google Shape;696;p8"/>
          <p:cNvSpPr txBox="1"/>
          <p:nvPr/>
        </p:nvSpPr>
        <p:spPr>
          <a:xfrm>
            <a:off x="1115568" y="4783376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697" name="Google Shape;697;p8"/>
          <p:cNvSpPr txBox="1"/>
          <p:nvPr/>
        </p:nvSpPr>
        <p:spPr>
          <a:xfrm>
            <a:off x="822960" y="5249721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698" name="Google Shape;698;p8"/>
          <p:cNvSpPr txBox="1"/>
          <p:nvPr/>
        </p:nvSpPr>
        <p:spPr>
          <a:xfrm>
            <a:off x="1115568" y="5222289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699" name="Google Shape;699;p8"/>
          <p:cNvSpPr/>
          <p:nvPr/>
        </p:nvSpPr>
        <p:spPr>
          <a:xfrm>
            <a:off x="768096" y="5633769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8"/>
          <p:cNvSpPr txBox="1"/>
          <p:nvPr/>
        </p:nvSpPr>
        <p:spPr>
          <a:xfrm>
            <a:off x="822960" y="5688633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01" name="Google Shape;701;p8"/>
          <p:cNvSpPr txBox="1"/>
          <p:nvPr/>
        </p:nvSpPr>
        <p:spPr>
          <a:xfrm>
            <a:off x="1115568" y="5661201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702" name="Google Shape;702;p8"/>
          <p:cNvSpPr txBox="1"/>
          <p:nvPr/>
        </p:nvSpPr>
        <p:spPr>
          <a:xfrm>
            <a:off x="822960" y="6127545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03" name="Google Shape;703;p8"/>
          <p:cNvSpPr txBox="1"/>
          <p:nvPr/>
        </p:nvSpPr>
        <p:spPr>
          <a:xfrm>
            <a:off x="1115568" y="6100113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704" name="Google Shape;704;p8"/>
          <p:cNvSpPr txBox="1"/>
          <p:nvPr/>
        </p:nvSpPr>
        <p:spPr>
          <a:xfrm>
            <a:off x="2377440" y="295457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705" name="Google Shape;705;p8"/>
          <p:cNvSpPr txBox="1"/>
          <p:nvPr/>
        </p:nvSpPr>
        <p:spPr>
          <a:xfrm>
            <a:off x="3657600" y="295457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Suggestions</a:t>
            </a:r>
            <a:endParaRPr/>
          </a:p>
        </p:txBody>
      </p:sp>
      <p:sp>
        <p:nvSpPr>
          <p:cNvPr id="706" name="Google Shape;706;p8"/>
          <p:cNvSpPr txBox="1"/>
          <p:nvPr/>
        </p:nvSpPr>
        <p:spPr>
          <a:xfrm>
            <a:off x="4937760" y="295457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Data extraction</a:t>
            </a:r>
            <a:endParaRPr/>
          </a:p>
        </p:txBody>
      </p:sp>
      <p:sp>
        <p:nvSpPr>
          <p:cNvPr id="707" name="Google Shape;707;p8"/>
          <p:cNvSpPr txBox="1"/>
          <p:nvPr/>
        </p:nvSpPr>
        <p:spPr>
          <a:xfrm>
            <a:off x="6217919" y="295457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Assistant</a:t>
            </a:r>
            <a:endParaRPr/>
          </a:p>
        </p:txBody>
      </p:sp>
      <p:sp>
        <p:nvSpPr>
          <p:cNvPr id="708" name="Google Shape;708;p8"/>
          <p:cNvSpPr/>
          <p:nvPr/>
        </p:nvSpPr>
        <p:spPr>
          <a:xfrm>
            <a:off x="2377440" y="3457497"/>
            <a:ext cx="6217800" cy="9144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12700">
            <a:solidFill>
              <a:srgbClr val="C8DC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8"/>
          <p:cNvSpPr txBox="1"/>
          <p:nvPr/>
        </p:nvSpPr>
        <p:spPr>
          <a:xfrm>
            <a:off x="2606040" y="3667809"/>
            <a:ext cx="3931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Funciones inteligentes para mejorar la app</a:t>
            </a:r>
            <a:endParaRPr/>
          </a:p>
        </p:txBody>
      </p:sp>
      <p:sp>
        <p:nvSpPr>
          <p:cNvPr id="710" name="Google Shape;710;p8"/>
          <p:cNvSpPr/>
          <p:nvPr/>
        </p:nvSpPr>
        <p:spPr>
          <a:xfrm>
            <a:off x="2377440" y="4691937"/>
            <a:ext cx="16917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8"/>
          <p:cNvSpPr txBox="1"/>
          <p:nvPr/>
        </p:nvSpPr>
        <p:spPr>
          <a:xfrm>
            <a:off x="2514600" y="4920537"/>
            <a:ext cx="1417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Sugerencias</a:t>
            </a:r>
            <a:endParaRPr/>
          </a:p>
        </p:txBody>
      </p:sp>
      <p:sp>
        <p:nvSpPr>
          <p:cNvPr id="712" name="Google Shape;712;p8"/>
          <p:cNvSpPr txBox="1"/>
          <p:nvPr/>
        </p:nvSpPr>
        <p:spPr>
          <a:xfrm>
            <a:off x="2542032" y="5286297"/>
            <a:ext cx="1371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Recomendaciones para estructura y vistas</a:t>
            </a:r>
            <a:endParaRPr/>
          </a:p>
        </p:txBody>
      </p:sp>
      <p:sp>
        <p:nvSpPr>
          <p:cNvPr id="713" name="Google Shape;713;p8"/>
          <p:cNvSpPr/>
          <p:nvPr/>
        </p:nvSpPr>
        <p:spPr>
          <a:xfrm>
            <a:off x="4343400" y="4691937"/>
            <a:ext cx="16917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8"/>
          <p:cNvSpPr txBox="1"/>
          <p:nvPr/>
        </p:nvSpPr>
        <p:spPr>
          <a:xfrm>
            <a:off x="4480560" y="4920537"/>
            <a:ext cx="1417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Extraccion de datos</a:t>
            </a:r>
            <a:endParaRPr/>
          </a:p>
        </p:txBody>
      </p:sp>
      <p:sp>
        <p:nvSpPr>
          <p:cNvPr id="715" name="Google Shape;715;p8"/>
          <p:cNvSpPr txBox="1"/>
          <p:nvPr/>
        </p:nvSpPr>
        <p:spPr>
          <a:xfrm>
            <a:off x="4507992" y="5286297"/>
            <a:ext cx="1371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Convierte imagenes o PDF en datos</a:t>
            </a:r>
            <a:endParaRPr/>
          </a:p>
        </p:txBody>
      </p:sp>
      <p:sp>
        <p:nvSpPr>
          <p:cNvPr id="716" name="Google Shape;716;p8"/>
          <p:cNvSpPr/>
          <p:nvPr/>
        </p:nvSpPr>
        <p:spPr>
          <a:xfrm>
            <a:off x="6309360" y="4691937"/>
            <a:ext cx="16917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8"/>
          <p:cNvSpPr txBox="1"/>
          <p:nvPr/>
        </p:nvSpPr>
        <p:spPr>
          <a:xfrm>
            <a:off x="6446520" y="4920537"/>
            <a:ext cx="1417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Asistente</a:t>
            </a:r>
            <a:endParaRPr/>
          </a:p>
        </p:txBody>
      </p:sp>
      <p:sp>
        <p:nvSpPr>
          <p:cNvPr id="718" name="Google Shape;718;p8"/>
          <p:cNvSpPr txBox="1"/>
          <p:nvPr/>
        </p:nvSpPr>
        <p:spPr>
          <a:xfrm>
            <a:off x="6473952" y="5286297"/>
            <a:ext cx="1371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Ayuda para expresiones y configuracion</a:t>
            </a:r>
            <a:endParaRPr/>
          </a:p>
        </p:txBody>
      </p:sp>
      <p:sp>
        <p:nvSpPr>
          <p:cNvPr id="719" name="Google Shape;719;p8"/>
          <p:cNvSpPr/>
          <p:nvPr/>
        </p:nvSpPr>
        <p:spPr>
          <a:xfrm>
            <a:off x="9555480" y="2204769"/>
            <a:ext cx="46176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8"/>
          <p:cNvSpPr/>
          <p:nvPr/>
        </p:nvSpPr>
        <p:spPr>
          <a:xfrm>
            <a:off x="9875520" y="2433369"/>
            <a:ext cx="594300" cy="5943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8"/>
          <p:cNvSpPr txBox="1"/>
          <p:nvPr/>
        </p:nvSpPr>
        <p:spPr>
          <a:xfrm>
            <a:off x="10625328" y="2415081"/>
            <a:ext cx="28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722" name="Google Shape;722;p8"/>
          <p:cNvSpPr txBox="1"/>
          <p:nvPr/>
        </p:nvSpPr>
        <p:spPr>
          <a:xfrm>
            <a:off x="10625328" y="2817417"/>
            <a:ext cx="3108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Funciones inteligentes</a:t>
            </a:r>
            <a:endParaRPr/>
          </a:p>
        </p:txBody>
      </p:sp>
      <p:sp>
        <p:nvSpPr>
          <p:cNvPr id="723" name="Google Shape;723;p8"/>
          <p:cNvSpPr/>
          <p:nvPr/>
        </p:nvSpPr>
        <p:spPr>
          <a:xfrm>
            <a:off x="9829800" y="3274617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8"/>
          <p:cNvSpPr/>
          <p:nvPr/>
        </p:nvSpPr>
        <p:spPr>
          <a:xfrm>
            <a:off x="9976104" y="3439209"/>
            <a:ext cx="384000" cy="3840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25" name="Google Shape;725;p8"/>
          <p:cNvSpPr txBox="1"/>
          <p:nvPr/>
        </p:nvSpPr>
        <p:spPr>
          <a:xfrm>
            <a:off x="10451592" y="3393489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Para que sirve</a:t>
            </a:r>
            <a:endParaRPr/>
          </a:p>
        </p:txBody>
      </p:sp>
      <p:sp>
        <p:nvSpPr>
          <p:cNvPr id="726" name="Google Shape;726;p8"/>
          <p:cNvSpPr txBox="1"/>
          <p:nvPr/>
        </p:nvSpPr>
        <p:spPr>
          <a:xfrm>
            <a:off x="10451592" y="3713529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Ofrece apoyo inteligente para configurar mejor la app.</a:t>
            </a:r>
            <a:endParaRPr/>
          </a:p>
        </p:txBody>
      </p:sp>
      <p:sp>
        <p:nvSpPr>
          <p:cNvPr id="727" name="Google Shape;727;p8"/>
          <p:cNvSpPr/>
          <p:nvPr/>
        </p:nvSpPr>
        <p:spPr>
          <a:xfrm>
            <a:off x="9829800" y="4554776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8"/>
          <p:cNvSpPr/>
          <p:nvPr/>
        </p:nvSpPr>
        <p:spPr>
          <a:xfrm>
            <a:off x="9976104" y="4719368"/>
            <a:ext cx="384000" cy="3840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29" name="Google Shape;729;p8"/>
          <p:cNvSpPr txBox="1"/>
          <p:nvPr/>
        </p:nvSpPr>
        <p:spPr>
          <a:xfrm>
            <a:off x="10451592" y="4673648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Que sale</a:t>
            </a:r>
            <a:endParaRPr/>
          </a:p>
        </p:txBody>
      </p:sp>
      <p:sp>
        <p:nvSpPr>
          <p:cNvPr id="730" name="Google Shape;730;p8"/>
          <p:cNvSpPr txBox="1"/>
          <p:nvPr/>
        </p:nvSpPr>
        <p:spPr>
          <a:xfrm>
            <a:off x="10451592" y="4993689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Sugerencias, extraccion de datos, expresiones y asistente.</a:t>
            </a:r>
            <a:endParaRPr/>
          </a:p>
        </p:txBody>
      </p:sp>
      <p:sp>
        <p:nvSpPr>
          <p:cNvPr id="731" name="Google Shape;731;p8"/>
          <p:cNvSpPr/>
          <p:nvPr/>
        </p:nvSpPr>
        <p:spPr>
          <a:xfrm>
            <a:off x="9829800" y="5834937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8"/>
          <p:cNvSpPr/>
          <p:nvPr/>
        </p:nvSpPr>
        <p:spPr>
          <a:xfrm>
            <a:off x="9976104" y="5999529"/>
            <a:ext cx="384000" cy="3840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33" name="Google Shape;733;p8"/>
          <p:cNvSpPr txBox="1"/>
          <p:nvPr/>
        </p:nvSpPr>
        <p:spPr>
          <a:xfrm>
            <a:off x="10451592" y="5953809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Ejemplo de uso</a:t>
            </a:r>
            <a:endParaRPr/>
          </a:p>
        </p:txBody>
      </p:sp>
      <p:sp>
        <p:nvSpPr>
          <p:cNvPr id="734" name="Google Shape;734;p8"/>
          <p:cNvSpPr txBox="1"/>
          <p:nvPr/>
        </p:nvSpPr>
        <p:spPr>
          <a:xfrm>
            <a:off x="10451592" y="6273849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Extraer datos o recibir sugerencias para mejorar vistas.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Manage en AppSheet</a:t>
            </a:r>
            <a:endParaRPr/>
          </a:p>
        </p:txBody>
      </p:sp>
      <p:sp>
        <p:nvSpPr>
          <p:cNvPr id="740" name="Google Shape;740;p9"/>
          <p:cNvSpPr txBox="1"/>
          <p:nvPr/>
        </p:nvSpPr>
        <p:spPr>
          <a:xfrm>
            <a:off x="438912" y="927361"/>
            <a:ext cx="9875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967D2"/>
                </a:solidFill>
              </a:rPr>
              <a:t>Administración</a:t>
            </a: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 y publicaci</a:t>
            </a:r>
            <a:r>
              <a:rPr b="1" lang="en-US" sz="2000">
                <a:solidFill>
                  <a:srgbClr val="1967D2"/>
                </a:solidFill>
              </a:rPr>
              <a:t>ó</a:t>
            </a:r>
            <a:r>
              <a:rPr b="1" i="0" lang="en-US" sz="2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741" name="Google Shape;741;p9"/>
          <p:cNvSpPr/>
          <p:nvPr/>
        </p:nvSpPr>
        <p:spPr>
          <a:xfrm>
            <a:off x="438912" y="109728"/>
            <a:ext cx="822960" cy="64008"/>
          </a:xfrm>
          <a:prstGeom prst="rect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9"/>
          <p:cNvSpPr/>
          <p:nvPr/>
        </p:nvSpPr>
        <p:spPr>
          <a:xfrm>
            <a:off x="585482" y="1778641"/>
            <a:ext cx="86868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9"/>
          <p:cNvSpPr/>
          <p:nvPr/>
        </p:nvSpPr>
        <p:spPr>
          <a:xfrm>
            <a:off x="585482" y="1778641"/>
            <a:ext cx="86868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9"/>
          <p:cNvSpPr txBox="1"/>
          <p:nvPr/>
        </p:nvSpPr>
        <p:spPr>
          <a:xfrm>
            <a:off x="814082" y="1915800"/>
            <a:ext cx="914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AppSheet</a:t>
            </a:r>
            <a:endParaRPr/>
          </a:p>
        </p:txBody>
      </p:sp>
      <p:sp>
        <p:nvSpPr>
          <p:cNvPr id="745" name="Google Shape;745;p9"/>
          <p:cNvSpPr txBox="1"/>
          <p:nvPr/>
        </p:nvSpPr>
        <p:spPr>
          <a:xfrm>
            <a:off x="2002802" y="1915800"/>
            <a:ext cx="201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Asistencia</a:t>
            </a:r>
            <a:endParaRPr/>
          </a:p>
        </p:txBody>
      </p:sp>
      <p:sp>
        <p:nvSpPr>
          <p:cNvPr id="746" name="Google Shape;746;p9"/>
          <p:cNvSpPr/>
          <p:nvPr/>
        </p:nvSpPr>
        <p:spPr>
          <a:xfrm>
            <a:off x="7032002" y="1943233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9"/>
          <p:cNvSpPr/>
          <p:nvPr/>
        </p:nvSpPr>
        <p:spPr>
          <a:xfrm>
            <a:off x="7352042" y="1943233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9"/>
          <p:cNvSpPr/>
          <p:nvPr/>
        </p:nvSpPr>
        <p:spPr>
          <a:xfrm>
            <a:off x="7672082" y="1943233"/>
            <a:ext cx="146400" cy="146400"/>
          </a:xfrm>
          <a:prstGeom prst="ellipse">
            <a:avLst/>
          </a:prstGeom>
          <a:solidFill>
            <a:srgbClr val="546071"/>
          </a:solidFill>
          <a:ln cap="flat" cmpd="sng" w="9525">
            <a:solidFill>
              <a:srgbClr val="54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9"/>
          <p:cNvSpPr/>
          <p:nvPr/>
        </p:nvSpPr>
        <p:spPr>
          <a:xfrm>
            <a:off x="7992122" y="1943233"/>
            <a:ext cx="146400" cy="146400"/>
          </a:xfrm>
          <a:prstGeom prst="ellipse">
            <a:avLst/>
          </a:prstGeom>
          <a:solidFill>
            <a:srgbClr val="F57C0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9"/>
          <p:cNvSpPr/>
          <p:nvPr/>
        </p:nvSpPr>
        <p:spPr>
          <a:xfrm>
            <a:off x="8495042" y="1888368"/>
            <a:ext cx="594300" cy="301800"/>
          </a:xfrm>
          <a:prstGeom prst="roundRect">
            <a:avLst>
              <a:gd fmla="val 16667" name="adj"/>
            </a:avLst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9"/>
          <p:cNvSpPr txBox="1"/>
          <p:nvPr/>
        </p:nvSpPr>
        <p:spPr>
          <a:xfrm>
            <a:off x="8559050" y="1952377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sp>
        <p:nvSpPr>
          <p:cNvPr id="752" name="Google Shape;752;p9"/>
          <p:cNvSpPr/>
          <p:nvPr/>
        </p:nvSpPr>
        <p:spPr>
          <a:xfrm>
            <a:off x="585482" y="2308992"/>
            <a:ext cx="1600200" cy="4910400"/>
          </a:xfrm>
          <a:prstGeom prst="rect">
            <a:avLst/>
          </a:prstGeom>
          <a:solidFill>
            <a:srgbClr val="F9FBFE"/>
          </a:solidFill>
          <a:ln cap="flat" cmpd="sng" w="9525">
            <a:solidFill>
              <a:srgbClr val="EB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9"/>
          <p:cNvSpPr txBox="1"/>
          <p:nvPr/>
        </p:nvSpPr>
        <p:spPr>
          <a:xfrm>
            <a:off x="814082" y="2629033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54" name="Google Shape;754;p9"/>
          <p:cNvSpPr txBox="1"/>
          <p:nvPr/>
        </p:nvSpPr>
        <p:spPr>
          <a:xfrm>
            <a:off x="1106690" y="2601601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755" name="Google Shape;755;p9"/>
          <p:cNvSpPr txBox="1"/>
          <p:nvPr/>
        </p:nvSpPr>
        <p:spPr>
          <a:xfrm>
            <a:off x="814082" y="3067945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56" name="Google Shape;756;p9"/>
          <p:cNvSpPr txBox="1"/>
          <p:nvPr/>
        </p:nvSpPr>
        <p:spPr>
          <a:xfrm>
            <a:off x="1106690" y="3040513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757" name="Google Shape;757;p9"/>
          <p:cNvSpPr txBox="1"/>
          <p:nvPr/>
        </p:nvSpPr>
        <p:spPr>
          <a:xfrm>
            <a:off x="814082" y="3506857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58" name="Google Shape;758;p9"/>
          <p:cNvSpPr txBox="1"/>
          <p:nvPr/>
        </p:nvSpPr>
        <p:spPr>
          <a:xfrm>
            <a:off x="1106690" y="3479425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759" name="Google Shape;759;p9"/>
          <p:cNvSpPr txBox="1"/>
          <p:nvPr/>
        </p:nvSpPr>
        <p:spPr>
          <a:xfrm>
            <a:off x="814082" y="3945769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60" name="Google Shape;760;p9"/>
          <p:cNvSpPr txBox="1"/>
          <p:nvPr/>
        </p:nvSpPr>
        <p:spPr>
          <a:xfrm>
            <a:off x="1106690" y="3918337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761" name="Google Shape;761;p9"/>
          <p:cNvSpPr txBox="1"/>
          <p:nvPr/>
        </p:nvSpPr>
        <p:spPr>
          <a:xfrm>
            <a:off x="814082" y="4384681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62" name="Google Shape;762;p9"/>
          <p:cNvSpPr txBox="1"/>
          <p:nvPr/>
        </p:nvSpPr>
        <p:spPr>
          <a:xfrm>
            <a:off x="1106690" y="4357248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763" name="Google Shape;763;p9"/>
          <p:cNvSpPr txBox="1"/>
          <p:nvPr/>
        </p:nvSpPr>
        <p:spPr>
          <a:xfrm>
            <a:off x="814082" y="4823593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64" name="Google Shape;764;p9"/>
          <p:cNvSpPr txBox="1"/>
          <p:nvPr/>
        </p:nvSpPr>
        <p:spPr>
          <a:xfrm>
            <a:off x="1106690" y="4796161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765" name="Google Shape;765;p9"/>
          <p:cNvSpPr txBox="1"/>
          <p:nvPr/>
        </p:nvSpPr>
        <p:spPr>
          <a:xfrm>
            <a:off x="814082" y="5262505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66" name="Google Shape;766;p9"/>
          <p:cNvSpPr txBox="1"/>
          <p:nvPr/>
        </p:nvSpPr>
        <p:spPr>
          <a:xfrm>
            <a:off x="1106690" y="5235073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767" name="Google Shape;767;p9"/>
          <p:cNvSpPr/>
          <p:nvPr/>
        </p:nvSpPr>
        <p:spPr>
          <a:xfrm>
            <a:off x="759218" y="5646553"/>
            <a:ext cx="1508700" cy="384000"/>
          </a:xfrm>
          <a:prstGeom prst="roundRect">
            <a:avLst>
              <a:gd fmla="val 16667" name="adj"/>
            </a:avLst>
          </a:prstGeom>
          <a:solidFill>
            <a:srgbClr val="E8F2FF"/>
          </a:solidFill>
          <a:ln cap="flat" cmpd="sng" w="9525">
            <a:solidFill>
              <a:srgbClr val="E8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9"/>
          <p:cNvSpPr txBox="1"/>
          <p:nvPr/>
        </p:nvSpPr>
        <p:spPr>
          <a:xfrm>
            <a:off x="814082" y="5701417"/>
            <a:ext cx="255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/>
          </a:p>
        </p:txBody>
      </p:sp>
      <p:sp>
        <p:nvSpPr>
          <p:cNvPr id="769" name="Google Shape;769;p9"/>
          <p:cNvSpPr txBox="1"/>
          <p:nvPr/>
        </p:nvSpPr>
        <p:spPr>
          <a:xfrm>
            <a:off x="1106690" y="5673985"/>
            <a:ext cx="109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770" name="Google Shape;770;p9"/>
          <p:cNvSpPr txBox="1"/>
          <p:nvPr/>
        </p:nvSpPr>
        <p:spPr>
          <a:xfrm>
            <a:off x="2368562" y="2528449"/>
            <a:ext cx="1005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</p:txBody>
      </p:sp>
      <p:sp>
        <p:nvSpPr>
          <p:cNvPr id="771" name="Google Shape;771;p9"/>
          <p:cNvSpPr txBox="1"/>
          <p:nvPr/>
        </p:nvSpPr>
        <p:spPr>
          <a:xfrm>
            <a:off x="3374402" y="2528449"/>
            <a:ext cx="1005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Versions</a:t>
            </a:r>
            <a:endParaRPr/>
          </a:p>
        </p:txBody>
      </p:sp>
      <p:sp>
        <p:nvSpPr>
          <p:cNvPr id="772" name="Google Shape;772;p9"/>
          <p:cNvSpPr txBox="1"/>
          <p:nvPr/>
        </p:nvSpPr>
        <p:spPr>
          <a:xfrm>
            <a:off x="4380242" y="2528449"/>
            <a:ext cx="1005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Sharing</a:t>
            </a:r>
            <a:endParaRPr/>
          </a:p>
        </p:txBody>
      </p:sp>
      <p:sp>
        <p:nvSpPr>
          <p:cNvPr id="773" name="Google Shape;773;p9"/>
          <p:cNvSpPr txBox="1"/>
          <p:nvPr/>
        </p:nvSpPr>
        <p:spPr>
          <a:xfrm>
            <a:off x="5386082" y="2528449"/>
            <a:ext cx="1005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/>
          </a:p>
        </p:txBody>
      </p:sp>
      <p:sp>
        <p:nvSpPr>
          <p:cNvPr id="774" name="Google Shape;774;p9"/>
          <p:cNvSpPr txBox="1"/>
          <p:nvPr/>
        </p:nvSpPr>
        <p:spPr>
          <a:xfrm>
            <a:off x="6391922" y="2528449"/>
            <a:ext cx="1005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46071"/>
                </a:solidFill>
                <a:latin typeface="Arial"/>
                <a:ea typeface="Arial"/>
                <a:cs typeface="Arial"/>
                <a:sym typeface="Arial"/>
              </a:rPr>
              <a:t>Integrations</a:t>
            </a:r>
            <a:endParaRPr/>
          </a:p>
        </p:txBody>
      </p:sp>
      <p:sp>
        <p:nvSpPr>
          <p:cNvPr id="775" name="Google Shape;775;p9"/>
          <p:cNvSpPr txBox="1"/>
          <p:nvPr/>
        </p:nvSpPr>
        <p:spPr>
          <a:xfrm>
            <a:off x="2368562" y="2939929"/>
            <a:ext cx="18288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776" name="Google Shape;776;p9"/>
          <p:cNvSpPr/>
          <p:nvPr/>
        </p:nvSpPr>
        <p:spPr>
          <a:xfrm>
            <a:off x="2368562" y="3351409"/>
            <a:ext cx="6217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9"/>
          <p:cNvSpPr txBox="1"/>
          <p:nvPr/>
        </p:nvSpPr>
        <p:spPr>
          <a:xfrm>
            <a:off x="2597162" y="3516001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</p:txBody>
      </p:sp>
      <p:sp>
        <p:nvSpPr>
          <p:cNvPr id="778" name="Google Shape;778;p9"/>
          <p:cNvSpPr txBox="1"/>
          <p:nvPr/>
        </p:nvSpPr>
        <p:spPr>
          <a:xfrm>
            <a:off x="5203202" y="3516001"/>
            <a:ext cx="10059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9670"/>
                </a:solidFill>
                <a:latin typeface="Arial"/>
                <a:ea typeface="Arial"/>
                <a:cs typeface="Arial"/>
                <a:sym typeface="Arial"/>
              </a:rPr>
              <a:t>Deployed</a:t>
            </a:r>
            <a:endParaRPr/>
          </a:p>
        </p:txBody>
      </p:sp>
      <p:sp>
        <p:nvSpPr>
          <p:cNvPr id="779" name="Google Shape;779;p9"/>
          <p:cNvSpPr/>
          <p:nvPr/>
        </p:nvSpPr>
        <p:spPr>
          <a:xfrm>
            <a:off x="2368562" y="4357248"/>
            <a:ext cx="25146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9"/>
          <p:cNvSpPr txBox="1"/>
          <p:nvPr/>
        </p:nvSpPr>
        <p:spPr>
          <a:xfrm>
            <a:off x="2533154" y="4466976"/>
            <a:ext cx="1463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Versions</a:t>
            </a:r>
            <a:endParaRPr/>
          </a:p>
        </p:txBody>
      </p:sp>
      <p:sp>
        <p:nvSpPr>
          <p:cNvPr id="781" name="Google Shape;781;p9"/>
          <p:cNvSpPr txBox="1"/>
          <p:nvPr/>
        </p:nvSpPr>
        <p:spPr>
          <a:xfrm>
            <a:off x="2533154" y="4686433"/>
            <a:ext cx="2057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Historial de versiones</a:t>
            </a:r>
            <a:endParaRPr/>
          </a:p>
        </p:txBody>
      </p:sp>
      <p:sp>
        <p:nvSpPr>
          <p:cNvPr id="782" name="Google Shape;782;p9"/>
          <p:cNvSpPr/>
          <p:nvPr/>
        </p:nvSpPr>
        <p:spPr>
          <a:xfrm>
            <a:off x="5203202" y="4357248"/>
            <a:ext cx="25146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9"/>
          <p:cNvSpPr txBox="1"/>
          <p:nvPr/>
        </p:nvSpPr>
        <p:spPr>
          <a:xfrm>
            <a:off x="5367794" y="4466976"/>
            <a:ext cx="1463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Sharing</a:t>
            </a:r>
            <a:endParaRPr/>
          </a:p>
        </p:txBody>
      </p:sp>
      <p:sp>
        <p:nvSpPr>
          <p:cNvPr id="784" name="Google Shape;784;p9"/>
          <p:cNvSpPr txBox="1"/>
          <p:nvPr/>
        </p:nvSpPr>
        <p:spPr>
          <a:xfrm>
            <a:off x="5367794" y="4686433"/>
            <a:ext cx="2057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Usuarios y permisos</a:t>
            </a:r>
            <a:endParaRPr/>
          </a:p>
        </p:txBody>
      </p:sp>
      <p:sp>
        <p:nvSpPr>
          <p:cNvPr id="785" name="Google Shape;785;p9"/>
          <p:cNvSpPr/>
          <p:nvPr/>
        </p:nvSpPr>
        <p:spPr>
          <a:xfrm>
            <a:off x="2368562" y="5225929"/>
            <a:ext cx="25146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9"/>
          <p:cNvSpPr txBox="1"/>
          <p:nvPr/>
        </p:nvSpPr>
        <p:spPr>
          <a:xfrm>
            <a:off x="2533154" y="5335657"/>
            <a:ext cx="1463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/>
          </a:p>
        </p:txBody>
      </p:sp>
      <p:sp>
        <p:nvSpPr>
          <p:cNvPr id="787" name="Google Shape;787;p9"/>
          <p:cNvSpPr txBox="1"/>
          <p:nvPr/>
        </p:nvSpPr>
        <p:spPr>
          <a:xfrm>
            <a:off x="2533154" y="5555113"/>
            <a:ext cx="2057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Uso y rendimiento</a:t>
            </a:r>
            <a:endParaRPr/>
          </a:p>
        </p:txBody>
      </p:sp>
      <p:sp>
        <p:nvSpPr>
          <p:cNvPr id="788" name="Google Shape;788;p9"/>
          <p:cNvSpPr/>
          <p:nvPr/>
        </p:nvSpPr>
        <p:spPr>
          <a:xfrm>
            <a:off x="5203202" y="5225929"/>
            <a:ext cx="2514600" cy="59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2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9"/>
          <p:cNvSpPr txBox="1"/>
          <p:nvPr/>
        </p:nvSpPr>
        <p:spPr>
          <a:xfrm>
            <a:off x="5367794" y="5335657"/>
            <a:ext cx="1463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Integrations</a:t>
            </a:r>
            <a:endParaRPr/>
          </a:p>
        </p:txBody>
      </p:sp>
      <p:sp>
        <p:nvSpPr>
          <p:cNvPr id="790" name="Google Shape;790;p9"/>
          <p:cNvSpPr txBox="1"/>
          <p:nvPr/>
        </p:nvSpPr>
        <p:spPr>
          <a:xfrm>
            <a:off x="5367794" y="5555113"/>
            <a:ext cx="2057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Servicios externos</a:t>
            </a:r>
            <a:endParaRPr/>
          </a:p>
        </p:txBody>
      </p:sp>
      <p:sp>
        <p:nvSpPr>
          <p:cNvPr id="791" name="Google Shape;791;p9"/>
          <p:cNvSpPr/>
          <p:nvPr/>
        </p:nvSpPr>
        <p:spPr>
          <a:xfrm>
            <a:off x="9546602" y="1778641"/>
            <a:ext cx="46176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1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9"/>
          <p:cNvSpPr/>
          <p:nvPr/>
        </p:nvSpPr>
        <p:spPr>
          <a:xfrm>
            <a:off x="9866642" y="2007241"/>
            <a:ext cx="594300" cy="5943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9"/>
          <p:cNvSpPr txBox="1"/>
          <p:nvPr/>
        </p:nvSpPr>
        <p:spPr>
          <a:xfrm>
            <a:off x="10616450" y="1988953"/>
            <a:ext cx="2834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</p:txBody>
      </p:sp>
      <p:sp>
        <p:nvSpPr>
          <p:cNvPr id="794" name="Google Shape;794;p9"/>
          <p:cNvSpPr txBox="1"/>
          <p:nvPr/>
        </p:nvSpPr>
        <p:spPr>
          <a:xfrm>
            <a:off x="10616450" y="2391289"/>
            <a:ext cx="3108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967D2"/>
                </a:solidFill>
              </a:rPr>
              <a:t>Administración</a:t>
            </a:r>
            <a:r>
              <a:rPr b="1" i="0" lang="en-US" sz="1400" u="none" cap="none" strike="noStrike">
                <a:solidFill>
                  <a:srgbClr val="1967D2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n-US">
                <a:solidFill>
                  <a:srgbClr val="1967D2"/>
                </a:solidFill>
              </a:rPr>
              <a:t>publicación</a:t>
            </a:r>
            <a:endParaRPr/>
          </a:p>
        </p:txBody>
      </p:sp>
      <p:sp>
        <p:nvSpPr>
          <p:cNvPr id="795" name="Google Shape;795;p9"/>
          <p:cNvSpPr/>
          <p:nvPr/>
        </p:nvSpPr>
        <p:spPr>
          <a:xfrm>
            <a:off x="9820922" y="2848489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9"/>
          <p:cNvSpPr/>
          <p:nvPr/>
        </p:nvSpPr>
        <p:spPr>
          <a:xfrm>
            <a:off x="9967226" y="3013081"/>
            <a:ext cx="384000" cy="384000"/>
          </a:xfrm>
          <a:prstGeom prst="ellipse">
            <a:avLst/>
          </a:prstGeom>
          <a:solidFill>
            <a:srgbClr val="1967D2"/>
          </a:solidFill>
          <a:ln cap="flat" cmpd="sng" w="9525">
            <a:solidFill>
              <a:srgbClr val="1967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97" name="Google Shape;797;p9"/>
          <p:cNvSpPr txBox="1"/>
          <p:nvPr/>
        </p:nvSpPr>
        <p:spPr>
          <a:xfrm>
            <a:off x="10442714" y="2967361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Para que sirve</a:t>
            </a:r>
            <a:endParaRPr/>
          </a:p>
        </p:txBody>
      </p:sp>
      <p:sp>
        <p:nvSpPr>
          <p:cNvPr id="798" name="Google Shape;798;p9"/>
          <p:cNvSpPr txBox="1"/>
          <p:nvPr/>
        </p:nvSpPr>
        <p:spPr>
          <a:xfrm>
            <a:off x="10442714" y="3287401"/>
            <a:ext cx="32004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Administra la app y la prepara para uso real.</a:t>
            </a:r>
            <a:endParaRPr/>
          </a:p>
        </p:txBody>
      </p:sp>
      <p:sp>
        <p:nvSpPr>
          <p:cNvPr id="799" name="Google Shape;799;p9"/>
          <p:cNvSpPr/>
          <p:nvPr/>
        </p:nvSpPr>
        <p:spPr>
          <a:xfrm>
            <a:off x="9820922" y="4128648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9"/>
          <p:cNvSpPr/>
          <p:nvPr/>
        </p:nvSpPr>
        <p:spPr>
          <a:xfrm>
            <a:off x="9967226" y="4293240"/>
            <a:ext cx="384000" cy="384000"/>
          </a:xfrm>
          <a:prstGeom prst="ellipse">
            <a:avLst/>
          </a:prstGeom>
          <a:solidFill>
            <a:srgbClr val="009670"/>
          </a:solidFill>
          <a:ln cap="flat" cmpd="sng" w="9525">
            <a:solidFill>
              <a:srgbClr val="00967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01" name="Google Shape;801;p9"/>
          <p:cNvSpPr txBox="1"/>
          <p:nvPr/>
        </p:nvSpPr>
        <p:spPr>
          <a:xfrm>
            <a:off x="10442714" y="4247520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Que sale</a:t>
            </a:r>
            <a:endParaRPr/>
          </a:p>
        </p:txBody>
      </p:sp>
      <p:sp>
        <p:nvSpPr>
          <p:cNvPr id="802" name="Google Shape;802;p9"/>
          <p:cNvSpPr txBox="1"/>
          <p:nvPr/>
        </p:nvSpPr>
        <p:spPr>
          <a:xfrm>
            <a:off x="10442714" y="4567561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Despliegue, versiones, usuarios, monitoreo e integraciones.</a:t>
            </a:r>
            <a:endParaRPr/>
          </a:p>
        </p:txBody>
      </p:sp>
      <p:sp>
        <p:nvSpPr>
          <p:cNvPr id="803" name="Google Shape;803;p9"/>
          <p:cNvSpPr/>
          <p:nvPr/>
        </p:nvSpPr>
        <p:spPr>
          <a:xfrm>
            <a:off x="9820922" y="5408809"/>
            <a:ext cx="3977700" cy="1079100"/>
          </a:xfrm>
          <a:prstGeom prst="roundRect">
            <a:avLst>
              <a:gd fmla="val 16667" name="adj"/>
            </a:avLst>
          </a:prstGeom>
          <a:solidFill>
            <a:srgbClr val="F7FBFF"/>
          </a:solidFill>
          <a:ln cap="flat" cmpd="sng" w="12700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9"/>
          <p:cNvSpPr/>
          <p:nvPr/>
        </p:nvSpPr>
        <p:spPr>
          <a:xfrm>
            <a:off x="9967226" y="5573401"/>
            <a:ext cx="384000" cy="384000"/>
          </a:xfrm>
          <a:prstGeom prst="ellipse">
            <a:avLst/>
          </a:prstGeom>
          <a:solidFill>
            <a:srgbClr val="673AB7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05" name="Google Shape;805;p9"/>
          <p:cNvSpPr txBox="1"/>
          <p:nvPr/>
        </p:nvSpPr>
        <p:spPr>
          <a:xfrm>
            <a:off x="10442714" y="5527681"/>
            <a:ext cx="32004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71F54"/>
                </a:solidFill>
                <a:latin typeface="Arial"/>
                <a:ea typeface="Arial"/>
                <a:cs typeface="Arial"/>
                <a:sym typeface="Arial"/>
              </a:rPr>
              <a:t>Ejemplo de uso</a:t>
            </a:r>
            <a:endParaRPr/>
          </a:p>
        </p:txBody>
      </p:sp>
      <p:sp>
        <p:nvSpPr>
          <p:cNvPr id="806" name="Google Shape;806;p9"/>
          <p:cNvSpPr txBox="1"/>
          <p:nvPr/>
        </p:nvSpPr>
        <p:spPr>
          <a:xfrm>
            <a:off x="10442714" y="5847721"/>
            <a:ext cx="32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2B3A"/>
                </a:solidFill>
                <a:latin typeface="Arial"/>
                <a:ea typeface="Arial"/>
                <a:cs typeface="Arial"/>
                <a:sym typeface="Arial"/>
              </a:rPr>
              <a:t>Publicar, compartir con docentes o estudiantes y revisar uso.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ChatGPT</dc:creator>
</cp:coreProperties>
</file>